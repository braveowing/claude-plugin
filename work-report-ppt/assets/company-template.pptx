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4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theme/theme5.xml" ContentType="application/vnd.openxmlformats-officedocument.theme+xml"/>
  <Override PartName="/ppt/tags/tag16.xml" ContentType="application/vnd.openxmlformats-officedocument.presentationml.tags+xml"/>
  <Override PartName="/ppt/theme/theme6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3" r:id="rId1"/>
    <p:sldMasterId id="2147484576" r:id="rId2"/>
    <p:sldMasterId id="2147485384" r:id="rId3"/>
    <p:sldMasterId id="2147485525" r:id="rId4"/>
    <p:sldMasterId id="2147485579" r:id="rId5"/>
  </p:sldMasterIdLst>
  <p:notesMasterIdLst>
    <p:notesMasterId r:id="rId7"/>
  </p:notesMasterIdLst>
  <p:sldIdLst>
    <p:sldId id="2147483578" r:id="rId6"/>
  </p:sldIdLst>
  <p:sldSz cx="12192000" cy="6858000"/>
  <p:notesSz cx="6881813" cy="92964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 Timeline" id="{574D6F83-09E0-4CD3-8C51-B6CCBAC79E54}">
          <p14:sldIdLst>
            <p14:sldId id="2147483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, Jingjing J. (133)" initials="LJINGJI" lastIdx="1" clrIdx="0">
    <p:extLst>
      <p:ext uri="{19B8F6BF-5375-455C-9EA6-DF929625EA0E}">
        <p15:presenceInfo xmlns:p15="http://schemas.microsoft.com/office/powerpoint/2012/main" userId="Li, Jingjing J. (133)" providerId="None"/>
      </p:ext>
    </p:extLst>
  </p:cmAuthor>
  <p:cmAuthor id="2" name="Tang, Ting (133)" initials="TT(" lastIdx="2" clrIdx="1">
    <p:extLst>
      <p:ext uri="{19B8F6BF-5375-455C-9EA6-DF929625EA0E}">
        <p15:presenceInfo xmlns:p15="http://schemas.microsoft.com/office/powerpoint/2012/main" userId="S-1-5-21-1214440339-1715567821-839522115-309061" providerId="AD"/>
      </p:ext>
    </p:extLst>
  </p:cmAuthor>
  <p:cmAuthor id="3" name="Tang, Ting (133)" initials="TT( [2]" lastIdx="1" clrIdx="2">
    <p:extLst>
      <p:ext uri="{19B8F6BF-5375-455C-9EA6-DF929625EA0E}">
        <p15:presenceInfo xmlns:p15="http://schemas.microsoft.com/office/powerpoint/2012/main" userId="S::tintang@apac.corpdir.net::67c89cf2-3dc3-4443-b8ea-c2efcca8752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C548"/>
    <a:srgbClr val="FFA7AF"/>
    <a:srgbClr val="FFC4C9"/>
    <a:srgbClr val="00ADEF"/>
    <a:srgbClr val="EEC033"/>
    <a:srgbClr val="FFC000"/>
    <a:srgbClr val="ADADAD"/>
    <a:srgbClr val="7BB537"/>
    <a:srgbClr val="78B140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24F2A4-108E-4AF5-93DB-81F5E6BA192F}" v="3" dt="2025-08-11T06:54:38.306"/>
    <p1510:client id="{C4FDD608-331B-E4BC-0F5E-4CD22AD6A717}" v="14" dt="2025-08-11T03:00:07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614" autoAdjust="0"/>
  </p:normalViewPr>
  <p:slideViewPr>
    <p:cSldViewPr snapToGrid="0">
      <p:cViewPr varScale="1">
        <p:scale>
          <a:sx n="163" d="100"/>
          <a:sy n="163" d="100"/>
        </p:scale>
        <p:origin x="174" y="3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82119" cy="466434"/>
          </a:xfrm>
          <a:prstGeom prst="rect">
            <a:avLst/>
          </a:prstGeom>
        </p:spPr>
        <p:txBody>
          <a:bodyPr vert="horz" lIns="92437" tIns="46219" rIns="92437" bIns="462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1" y="1"/>
            <a:ext cx="2982119" cy="466434"/>
          </a:xfrm>
          <a:prstGeom prst="rect">
            <a:avLst/>
          </a:prstGeom>
        </p:spPr>
        <p:txBody>
          <a:bodyPr vert="horz" lIns="92437" tIns="46219" rIns="92437" bIns="46219" rtlCol="0"/>
          <a:lstStyle>
            <a:lvl1pPr algn="r">
              <a:defRPr sz="1200"/>
            </a:lvl1pPr>
          </a:lstStyle>
          <a:p>
            <a:fld id="{C5C4FA5D-7743-4697-B467-777EE3A8FCD1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7" tIns="46219" rIns="92437" bIns="462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37" tIns="46219" rIns="92437" bIns="462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37" tIns="46219" rIns="92437" bIns="462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1" y="8829967"/>
            <a:ext cx="2982119" cy="466433"/>
          </a:xfrm>
          <a:prstGeom prst="rect">
            <a:avLst/>
          </a:prstGeom>
        </p:spPr>
        <p:txBody>
          <a:bodyPr vert="horz" lIns="92437" tIns="46219" rIns="92437" bIns="46219" rtlCol="0" anchor="b"/>
          <a:lstStyle>
            <a:lvl1pPr algn="r">
              <a:defRPr sz="1200"/>
            </a:lvl1pPr>
          </a:lstStyle>
          <a:p>
            <a:fld id="{DDC56BDA-BC2C-4F5A-A50F-58301E42A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90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3672E-C08C-4513-1169-B8BD03037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F21E77-9478-F6FD-9366-16DB057D5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63FEEDA-A445-B608-DC80-D937147F1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96464D-CDB8-BA04-4964-31A263E824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8288AA-4FB4-4A96-B104-88AE30240ED1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931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3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4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13.emf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5.xml"/><Relationship Id="rId4" Type="http://schemas.openxmlformats.org/officeDocument/2006/relationships/image" Target="../media/image25.emf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14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Relationship Id="rId5" Type="http://schemas.microsoft.com/office/2007/relationships/hdphoto" Target="../media/hdphoto2.wdp"/><Relationship Id="rId4" Type="http://schemas.openxmlformats.org/officeDocument/2006/relationships/image" Target="../media/image27.png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 bwMode="black">
          <a:xfrm>
            <a:off x="0" y="0"/>
            <a:ext cx="12196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 noProof="0">
              <a:solidFill>
                <a:schemeClr val="bg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" y="0"/>
            <a:ext cx="121935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itel 1"/>
          <p:cNvSpPr>
            <a:spLocks noGrp="1"/>
          </p:cNvSpPr>
          <p:nvPr>
            <p:ph type="ctrTitle" hasCustomPrompt="1"/>
          </p:nvPr>
        </p:nvSpPr>
        <p:spPr bwMode="white">
          <a:xfrm>
            <a:off x="395287" y="3848402"/>
            <a:ext cx="8928000" cy="1044000"/>
          </a:xfrm>
        </p:spPr>
        <p:txBody>
          <a:bodyPr/>
          <a:lstStyle>
            <a:lvl1pPr>
              <a:lnSpc>
                <a:spcPts val="3999"/>
              </a:lnSpc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Präsentationstitel 30 pt über eine Zeile.</a:t>
            </a:r>
            <a:br>
              <a:rPr lang="de-DE" noProof="0"/>
            </a:br>
            <a:r>
              <a:rPr lang="de-DE" noProof="0"/>
              <a:t>Zweite Zeile möglich.</a:t>
            </a:r>
          </a:p>
        </p:txBody>
      </p:sp>
      <p:sp>
        <p:nvSpPr>
          <p:cNvPr id="16" name="Untertitel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6000" y="4932000"/>
            <a:ext cx="8928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 noProof="0"/>
              <a:t>Zusatztext zur Präsentation 15 pt </a:t>
            </a:r>
            <a:br>
              <a:rPr lang="de-DE" noProof="0"/>
            </a:br>
            <a:r>
              <a:rPr lang="de-DE" noProof="0"/>
              <a:t>Referent, Abteilung, Ort, Datum</a:t>
            </a:r>
          </a:p>
        </p:txBody>
      </p:sp>
      <p:sp>
        <p:nvSpPr>
          <p:cNvPr id="17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12193200" cy="3405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9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0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-2088000" y="-468001"/>
            <a:ext cx="13875807" cy="7805374"/>
            <a:chOff x="-2088000" y="-468001"/>
            <a:chExt cx="13875807" cy="7805374"/>
          </a:xfrm>
        </p:grpSpPr>
        <p:sp>
          <p:nvSpPr>
            <p:cNvPr id="11" name="Folie Wechsel/Zurücksetzen/Textebenen"/>
            <p:cNvSpPr txBox="1"/>
            <p:nvPr userDrawn="1"/>
          </p:nvSpPr>
          <p:spPr>
            <a:xfrm rot="10800000" flipH="1" flipV="1">
              <a:off x="-2088000" y="1547999"/>
              <a:ext cx="1980000" cy="19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Folie in Ursprungsform 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bringen über Menu: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Folien // Zurücksetzen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des Folienlayouts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im Menü über: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Folien // Layout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der Textebene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im Menü über: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Absatz // Listenebene erhöhen/verringern</a:t>
              </a:r>
            </a:p>
          </p:txBody>
        </p:sp>
        <p:sp>
          <p:nvSpPr>
            <p:cNvPr id="12" name="Design wechsel"/>
            <p:cNvSpPr txBox="1"/>
            <p:nvPr userDrawn="1"/>
          </p:nvSpPr>
          <p:spPr>
            <a:xfrm rot="10800000" flipH="1" flipV="1">
              <a:off x="-2088000" y="403199"/>
              <a:ext cx="1980000" cy="90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zwischen weißem und schwarzem Folienlayout über Menü: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Entwurf // Designs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(Rechtsklick: </a:t>
              </a:r>
              <a:r>
                <a:rPr lang="de-DE" sz="1000" b="0" i="1" baseline="0" noProof="0">
                  <a:solidFill>
                    <a:schemeClr val="accent5"/>
                  </a:solidFill>
                  <a:latin typeface="+mn-lt"/>
                </a:rPr>
                <a:t>Für alle Folien </a:t>
              </a: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oder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i="1" baseline="0" noProof="0">
                  <a:solidFill>
                    <a:schemeClr val="accent5"/>
                  </a:solidFill>
                  <a:latin typeface="+mn-lt"/>
                </a:rPr>
                <a:t>Für ausgewählte Folien </a:t>
              </a: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übernehmen)</a:t>
              </a:r>
            </a:p>
          </p:txBody>
        </p:sp>
        <p:pic>
          <p:nvPicPr>
            <p:cNvPr id="14" name="Listenebene erhöhen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5200" y="3563999"/>
              <a:ext cx="635538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Listenebene verringern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5200" y="4031999"/>
              <a:ext cx="635538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 // Listenebene erhöhen"/>
            <p:cNvSpPr txBox="1"/>
            <p:nvPr userDrawn="1"/>
          </p:nvSpPr>
          <p:spPr>
            <a:xfrm>
              <a:off x="-1548000" y="3563999"/>
              <a:ext cx="720000" cy="32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23" name="Text // Listenebene verringern"/>
            <p:cNvSpPr txBox="1"/>
            <p:nvPr userDrawn="1"/>
          </p:nvSpPr>
          <p:spPr>
            <a:xfrm>
              <a:off x="-1548000" y="4031999"/>
              <a:ext cx="720000" cy="32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verringern</a:t>
              </a:r>
            </a:p>
          </p:txBody>
        </p:sp>
        <p:pic>
          <p:nvPicPr>
            <p:cNvPr id="24" name="Entwurfsvorlagen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32000" y="-432001"/>
              <a:ext cx="1224000" cy="746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Hilfslinien"/>
            <p:cNvSpPr txBox="1"/>
            <p:nvPr userDrawn="1"/>
          </p:nvSpPr>
          <p:spPr>
            <a:xfrm rot="10800000" flipH="1" flipV="1">
              <a:off x="432775" y="-468001"/>
              <a:ext cx="5090336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Ansicht // Anzeigen // Haken bei Führungslinien setzen</a:t>
              </a:r>
            </a:p>
          </p:txBody>
        </p:sp>
        <p:sp>
          <p:nvSpPr>
            <p:cNvPr id="26" name="Hilfslinien"/>
            <p:cNvSpPr txBox="1"/>
            <p:nvPr userDrawn="1"/>
          </p:nvSpPr>
          <p:spPr>
            <a:xfrm rot="10800000" flipH="1" flipV="1">
              <a:off x="7107287" y="-468000"/>
              <a:ext cx="468052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Reservierte Bereiche für Stempel oder Icons</a:t>
              </a:r>
            </a:p>
          </p:txBody>
        </p:sp>
        <p:sp>
          <p:nvSpPr>
            <p:cNvPr id="28" name="Fußzeile"/>
            <p:cNvSpPr txBox="1"/>
            <p:nvPr userDrawn="1"/>
          </p:nvSpPr>
          <p:spPr>
            <a:xfrm rot="10800000" flipH="1" flipV="1">
              <a:off x="432775" y="6977373"/>
              <a:ext cx="10993626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Fußzeile pro Folie oder für alle/mehrere anpassen über Menü: Einfügen // Text //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758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zwei Spalt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1511300"/>
            <a:ext cx="11404800" cy="4140000"/>
          </a:xfrm>
        </p:spPr>
        <p:txBody>
          <a:bodyPr numCol="2" spcCol="244765"/>
          <a:lstStyle>
            <a:lvl1pPr marL="431939" indent="-431939">
              <a:buFont typeface="+mj-lt"/>
              <a:buAutoNum type="arabicPeriod"/>
              <a:defRPr baseline="0"/>
            </a:lvl1pPr>
            <a:lvl2pPr marL="863878" indent="-431939">
              <a:buFont typeface="+mj-lt"/>
              <a:buAutoNum type="alphaLcPeriod"/>
              <a:defRPr/>
            </a:lvl2pPr>
            <a:lvl3pPr marL="863878" indent="-431939">
              <a:buFont typeface="+mj-lt"/>
              <a:buAutoNum type="alphaLcPeriod"/>
              <a:defRPr sz="2000"/>
            </a:lvl3pPr>
            <a:lvl4pPr marL="863878" indent="-431939">
              <a:buFont typeface="+mj-lt"/>
              <a:buAutoNum type="alphaLcPeriod"/>
              <a:defRPr sz="2000"/>
            </a:lvl4pPr>
            <a:lvl5pPr marL="863878" indent="-431939">
              <a:buFont typeface="+mj-lt"/>
              <a:buAutoNum type="alphaLcPeriod"/>
              <a:defRPr sz="2000"/>
            </a:lvl5pPr>
            <a:lvl6pPr marL="863878" indent="-431939">
              <a:buFont typeface="+mj-lt"/>
              <a:buAutoNum type="alphaLcPeriod"/>
              <a:defRPr sz="2000"/>
            </a:lvl6pPr>
            <a:lvl7pPr marL="863878" indent="-431939">
              <a:buFont typeface="+mj-lt"/>
              <a:buAutoNum type="alphaLcPeriod"/>
              <a:defRPr sz="2000"/>
            </a:lvl7pPr>
            <a:lvl8pPr marL="863878" indent="-431939">
              <a:buFont typeface="+mj-lt"/>
              <a:buAutoNum type="alphaLcPeriod"/>
              <a:defRPr sz="2000"/>
            </a:lvl8pPr>
            <a:lvl9pPr marL="863878" indent="-431939">
              <a:buFont typeface="+mj-lt"/>
              <a:buAutoNum type="alphaLcPeriod"/>
              <a:defRPr sz="2000"/>
            </a:lvl9pPr>
          </a:lstStyle>
          <a:p>
            <a:pPr lvl="0"/>
            <a:r>
              <a:rPr lang="de-DE" noProof="0"/>
              <a:t>Agenda Punkt in CorpoS (Textkörper) in 20 pt. einfügen // für Unterpunkt: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148910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ktur-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" name="Textfeld 9"/>
          <p:cNvSpPr txBox="1"/>
          <p:nvPr userDrawn="1"/>
        </p:nvSpPr>
        <p:spPr bwMode="gray">
          <a:xfrm>
            <a:off x="0" y="-1"/>
            <a:ext cx="12192000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360000" tIns="0" rIns="0" bIns="0" rtlCol="0">
            <a:noAutofit/>
          </a:bodyPr>
          <a:lstStyle/>
          <a:p>
            <a:pPr>
              <a:lnSpc>
                <a:spcPct val="108000"/>
              </a:lnSpc>
              <a:spcAft>
                <a:spcPts val="1008"/>
              </a:spcAft>
            </a:pPr>
            <a:endParaRPr lang="de-DE" sz="2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feld 10"/>
          <p:cNvSpPr txBox="1"/>
          <p:nvPr userDrawn="1"/>
        </p:nvSpPr>
        <p:spPr bwMode="gray">
          <a:xfrm rot="5400000">
            <a:off x="8847325" y="3513330"/>
            <a:ext cx="6498003" cy="1913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360000" tIns="0" rIns="360000" bIns="0" rtlCol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1008"/>
              </a:spcAft>
            </a:pPr>
            <a:r>
              <a:rPr lang="de-DE" sz="1100">
                <a:solidFill>
                  <a:schemeClr val="bg1"/>
                </a:solidFill>
                <a:latin typeface="+mj-lt"/>
              </a:rPr>
              <a:t>Änderungen nur über RD/UKA</a:t>
            </a:r>
          </a:p>
        </p:txBody>
      </p:sp>
      <p:pic>
        <p:nvPicPr>
          <p:cNvPr id="20" name="Vertraulich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25" y="0"/>
            <a:ext cx="1872000" cy="306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288" y="7465"/>
            <a:ext cx="9301112" cy="325191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220146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395288" y="1511301"/>
            <a:ext cx="11406187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Inhalt oder 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29507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 mit 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395288" y="1511301"/>
            <a:ext cx="11406187" cy="42484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Inhalt oder 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22" hasCustomPrompt="1"/>
          </p:nvPr>
        </p:nvSpPr>
        <p:spPr>
          <a:xfrm>
            <a:off x="395289" y="5904000"/>
            <a:ext cx="11405511" cy="522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spcAft>
                <a:spcPts val="0"/>
              </a:spcAft>
              <a:buNone/>
              <a:defRPr sz="1500"/>
            </a:lvl2pPr>
            <a:lvl3pPr marL="0" indent="0">
              <a:spcAft>
                <a:spcPts val="0"/>
              </a:spcAft>
              <a:buNone/>
              <a:defRPr sz="1500"/>
            </a:lvl3pPr>
            <a:lvl4pPr marL="0" indent="0">
              <a:spcAft>
                <a:spcPts val="0"/>
              </a:spcAft>
              <a:buNone/>
              <a:defRPr sz="1500"/>
            </a:lvl4pPr>
            <a:lvl5pPr marL="0" indent="0">
              <a:spcAft>
                <a:spcPts val="0"/>
              </a:spcAft>
              <a:buNone/>
              <a:defRPr sz="1500"/>
            </a:lvl5pPr>
            <a:lvl6pPr marL="0" indent="0">
              <a:spcAft>
                <a:spcPts val="0"/>
              </a:spcAft>
              <a:buNone/>
              <a:defRPr sz="1500"/>
            </a:lvl6pPr>
            <a:lvl7pPr marL="0" indent="0">
              <a:spcAft>
                <a:spcPts val="0"/>
              </a:spcAft>
              <a:buNone/>
              <a:defRPr sz="1500"/>
            </a:lvl7pPr>
            <a:lvl8pPr marL="0" indent="0">
              <a:spcAft>
                <a:spcPts val="0"/>
              </a:spcAft>
              <a:buNone/>
              <a:defRPr sz="1500"/>
            </a:lvl8pPr>
            <a:lvl9pPr marL="0" indent="0"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Inhaltsunterschriften in CorpoS (Textkörper) in 15 pt. einfügen </a:t>
            </a:r>
          </a:p>
          <a:p>
            <a:pPr lvl="1"/>
            <a:r>
              <a:rPr lang="de-DE" noProof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4023618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ellenplatzhalter 2"/>
          <p:cNvSpPr>
            <a:spLocks noGrp="1"/>
          </p:cNvSpPr>
          <p:nvPr>
            <p:ph type="tbl" sz="quarter" idx="20" hasCustomPrompt="1"/>
          </p:nvPr>
        </p:nvSpPr>
        <p:spPr>
          <a:xfrm>
            <a:off x="395287" y="2484000"/>
            <a:ext cx="11406189" cy="2700000"/>
          </a:xfrm>
        </p:spPr>
        <p:txBody>
          <a:bodyPr/>
          <a:lstStyle>
            <a:lvl1pPr algn="ctr">
              <a:spcAft>
                <a:spcPts val="0"/>
              </a:spcAft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Tabelle einfügen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1" hasCustomPrompt="1"/>
          </p:nvPr>
        </p:nvSpPr>
        <p:spPr>
          <a:xfrm>
            <a:off x="395286" y="1512001"/>
            <a:ext cx="11405514" cy="720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Aft>
                <a:spcPts val="0"/>
              </a:spcAft>
              <a:buNone/>
              <a:defRPr sz="2000" b="1"/>
            </a:lvl3pPr>
            <a:lvl4pPr marL="0" indent="0">
              <a:spcAft>
                <a:spcPts val="0"/>
              </a:spcAft>
              <a:buNone/>
              <a:defRPr sz="2000" b="1"/>
            </a:lvl4pPr>
            <a:lvl5pPr marL="0" indent="0">
              <a:spcAft>
                <a:spcPts val="0"/>
              </a:spcAft>
              <a:buNone/>
              <a:defRPr sz="2000" b="1"/>
            </a:lvl5pPr>
            <a:lvl6pPr marL="0" indent="0">
              <a:spcAft>
                <a:spcPts val="0"/>
              </a:spcAft>
              <a:buNone/>
              <a:defRPr sz="2000" b="1"/>
            </a:lvl6pPr>
            <a:lvl7pPr marL="0" indent="0">
              <a:spcAft>
                <a:spcPts val="0"/>
              </a:spcAft>
              <a:buNone/>
              <a:defRPr sz="2000" b="1"/>
            </a:lvl7pPr>
            <a:lvl8pPr marL="0" indent="0">
              <a:spcAft>
                <a:spcPts val="0"/>
              </a:spcAft>
              <a:buNone/>
              <a:defRPr sz="2000" b="1"/>
            </a:lvl8pPr>
            <a:lvl9pPr marL="0" indent="0">
              <a:spcAft>
                <a:spcPts val="0"/>
              </a:spcAft>
              <a:buNone/>
              <a:defRPr sz="2000" b="1"/>
            </a:lvl9pPr>
          </a:lstStyle>
          <a:p>
            <a:pPr lvl="0"/>
            <a:r>
              <a:rPr lang="de-DE" noProof="0"/>
              <a:t>Tabellenüberschrift in CorpoS (Textkörper) in 20 pt. bold einfügen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22" hasCustomPrompt="1"/>
          </p:nvPr>
        </p:nvSpPr>
        <p:spPr>
          <a:xfrm>
            <a:off x="395289" y="5328001"/>
            <a:ext cx="11405511" cy="10982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spcAft>
                <a:spcPts val="0"/>
              </a:spcAft>
              <a:buNone/>
              <a:defRPr sz="1500"/>
            </a:lvl2pPr>
            <a:lvl3pPr marL="0" indent="0">
              <a:spcAft>
                <a:spcPts val="0"/>
              </a:spcAft>
              <a:buNone/>
              <a:defRPr sz="1500"/>
            </a:lvl3pPr>
            <a:lvl4pPr marL="0" indent="0">
              <a:spcAft>
                <a:spcPts val="0"/>
              </a:spcAft>
              <a:buNone/>
              <a:defRPr sz="1500"/>
            </a:lvl4pPr>
            <a:lvl5pPr marL="0" indent="0">
              <a:spcAft>
                <a:spcPts val="0"/>
              </a:spcAft>
              <a:buNone/>
              <a:defRPr sz="1500"/>
            </a:lvl5pPr>
            <a:lvl6pPr marL="0" indent="0">
              <a:spcAft>
                <a:spcPts val="0"/>
              </a:spcAft>
              <a:buNone/>
              <a:defRPr sz="1500"/>
            </a:lvl6pPr>
            <a:lvl7pPr marL="0" indent="0">
              <a:spcAft>
                <a:spcPts val="0"/>
              </a:spcAft>
              <a:buNone/>
              <a:defRPr sz="1500"/>
            </a:lvl7pPr>
            <a:lvl8pPr marL="0" indent="0">
              <a:spcAft>
                <a:spcPts val="0"/>
              </a:spcAft>
              <a:buNone/>
              <a:defRPr sz="1500"/>
            </a:lvl8pPr>
            <a:lvl9pPr marL="0" indent="0"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Tabellenunterschriften in CorpoS (Textkörper) in 15 pt. einfügen 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26522775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Zwei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4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395288" y="1511301"/>
            <a:ext cx="55800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Inhalt oder 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1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9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0" name="Inhaltsplatzhalter 6"/>
          <p:cNvSpPr>
            <a:spLocks noGrp="1"/>
          </p:cNvSpPr>
          <p:nvPr>
            <p:ph sz="quarter" idx="20" hasCustomPrompt="1"/>
          </p:nvPr>
        </p:nvSpPr>
        <p:spPr>
          <a:xfrm>
            <a:off x="6221476" y="1511301"/>
            <a:ext cx="55800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Inhalt oder 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434823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Bild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2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8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579999" cy="491420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29" name="Textplatzhalt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6220799" y="1512000"/>
            <a:ext cx="5580676" cy="4914201"/>
          </a:xfrm>
        </p:spPr>
        <p:txBody>
          <a:bodyPr/>
          <a:lstStyle/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362632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2 Bilder/2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4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4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4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4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8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5799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9" name="Bildplatzhalter 8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221476" y="1511300"/>
            <a:ext cx="55799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0" name="Textplatzhalt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6221476" y="3502801"/>
            <a:ext cx="5579999" cy="2923400"/>
          </a:xfrm>
        </p:spPr>
        <p:txBody>
          <a:bodyPr/>
          <a:lstStyle/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" name="Textplatzhalter 13"/>
          <p:cNvSpPr>
            <a:spLocks noGrp="1"/>
          </p:cNvSpPr>
          <p:nvPr>
            <p:ph type="body" sz="quarter" idx="26" hasCustomPrompt="1"/>
          </p:nvPr>
        </p:nvSpPr>
        <p:spPr>
          <a:xfrm>
            <a:off x="395287" y="3502801"/>
            <a:ext cx="5579999" cy="2923400"/>
          </a:xfrm>
        </p:spPr>
        <p:txBody>
          <a:bodyPr/>
          <a:lstStyle/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51493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Bild //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2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8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11405475" cy="4476227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29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6030980"/>
            <a:ext cx="114047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grpSp>
        <p:nvGrpSpPr>
          <p:cNvPr id="30" name="Gruppieren 29"/>
          <p:cNvGrpSpPr/>
          <p:nvPr userDrawn="1"/>
        </p:nvGrpSpPr>
        <p:grpSpPr>
          <a:xfrm>
            <a:off x="12304800" y="403200"/>
            <a:ext cx="1800000" cy="6454800"/>
            <a:chOff x="12304800" y="403200"/>
            <a:chExt cx="1800000" cy="6454800"/>
          </a:xfrm>
        </p:grpSpPr>
        <p:grpSp>
          <p:nvGrpSpPr>
            <p:cNvPr id="31" name="Bildhandling"/>
            <p:cNvGrpSpPr/>
            <p:nvPr userDrawn="1"/>
          </p:nvGrpSpPr>
          <p:grpSpPr>
            <a:xfrm>
              <a:off x="12304800" y="403200"/>
              <a:ext cx="1800000" cy="6454800"/>
              <a:chOff x="12304800" y="403200"/>
              <a:chExt cx="1800000" cy="6454800"/>
            </a:xfrm>
          </p:grpSpPr>
          <p:sp>
            <p:nvSpPr>
              <p:cNvPr id="33" name="Headline"/>
              <p:cNvSpPr txBox="1"/>
              <p:nvPr userDrawn="1"/>
            </p:nvSpPr>
            <p:spPr>
              <a:xfrm rot="10800000" flipH="1" flipV="1">
                <a:off x="12304800" y="403200"/>
                <a:ext cx="1800000" cy="10728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none" lIns="0" tIns="0" rIns="0" bIns="36000" rtlCol="0" anchor="b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sz="1500" b="0" noProof="0">
                    <a:solidFill>
                      <a:schemeClr val="accent5"/>
                    </a:solidFill>
                    <a:latin typeface="+mn-lt"/>
                    <a:cs typeface="Arial" panose="020B0604020202020204" pitchFamily="34" charset="0"/>
                    <a:sym typeface="Webdings"/>
                  </a:rPr>
                  <a:t></a:t>
                </a:r>
                <a:r>
                  <a:rPr lang="de-DE" sz="1500" b="1" baseline="0" noProof="0">
                    <a:solidFill>
                      <a:schemeClr val="accent5"/>
                    </a:solidFill>
                    <a:latin typeface="+mn-lt"/>
                    <a:cs typeface="Arial" panose="020B0604020202020204" pitchFamily="34" charset="0"/>
                    <a:sym typeface="Webdings"/>
                  </a:rPr>
                  <a:t> </a:t>
                </a:r>
                <a:r>
                  <a:rPr lang="de-DE" sz="1000" b="1" noProof="0">
                    <a:solidFill>
                      <a:schemeClr val="accent5"/>
                    </a:solidFill>
                    <a:latin typeface="+mn-lt"/>
                    <a:cs typeface="Arial" panose="020B0604020202020204" pitchFamily="34" charset="0"/>
                    <a:sym typeface="Webdings"/>
                  </a:rPr>
                  <a:t>Bilder Handling</a:t>
                </a:r>
                <a:endParaRPr lang="de-DE" sz="1500" b="1" noProof="0">
                  <a:solidFill>
                    <a:schemeClr val="accent5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  <p:pic>
            <p:nvPicPr>
              <p:cNvPr id="34" name="Bildtools // Format"/>
              <p:cNvPicPr>
                <a:picLocks noChangeAspect="1" noChangeArrowheads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304800" y="2700000"/>
                <a:ext cx="670041" cy="43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" name="Zuschneiden"/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68000" y="2592000"/>
                <a:ext cx="768914" cy="54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" name="Beispielbild"/>
              <p:cNvPicPr>
                <a:picLocks noChangeAspect="1" noChangeArrowheads="1"/>
              </p:cNvPicPr>
              <p:nvPr userDrawn="1"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03" b="26297"/>
              <a:stretch/>
            </p:blipFill>
            <p:spPr bwMode="auto">
              <a:xfrm>
                <a:off x="12304800" y="4248000"/>
                <a:ext cx="1800000" cy="9688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" name="Einpassen"/>
              <p:cNvPicPr>
                <a:picLocks noChangeAspect="1" noChangeArrowheads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96929" y="5886000"/>
                <a:ext cx="1107871" cy="97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2" name="Bilder zuschneiden etc."/>
            <p:cNvSpPr txBox="1"/>
            <p:nvPr userDrawn="1"/>
          </p:nvSpPr>
          <p:spPr>
            <a:xfrm rot="10800000" flipH="1" flipV="1">
              <a:off x="12304800" y="1548000"/>
              <a:ext cx="1800000" cy="484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Bildausschnitt verändern über Menü: Bildtools // Format // Größe // Zuschneiden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 kann innerhalb der schwarzen Begrenzungen bei gedrückter alt-Taste bewegt werden.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Bildgröße zuschneiden über Menü: Bildtools // Format // Größe // Zuschneiden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 bei gedrückter Umschalt-Taste über die hellen Eckpunkte auf die passende Größe ziehen. 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Bildgröße einpassen über Menü: Bildtools // Format // Größe // Zuschneiden // Einpassen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9799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/>
              <a:t>Schedule CIVIC Gen20x.i3 | RD/MHC | V3.7 | Stand: 19.05.2022</a:t>
            </a:r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</a:t>
            </a:r>
          </a:p>
        </p:txBody>
      </p:sp>
      <p:sp>
        <p:nvSpPr>
          <p:cNvPr id="2" name="TextBox 1"/>
          <p:cNvSpPr txBox="1"/>
          <p:nvPr userDrawn="1"/>
        </p:nvSpPr>
        <p:spPr bwMode="gray">
          <a:xfrm>
            <a:off x="9928800" y="13877"/>
            <a:ext cx="2761673" cy="3232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8000"/>
              </a:lnSpc>
              <a:spcAft>
                <a:spcPts val="1008"/>
              </a:spcAft>
            </a:pPr>
            <a:r>
              <a:rPr lang="de-DE" sz="1600">
                <a:solidFill>
                  <a:srgbClr val="C00000"/>
                </a:solidFill>
              </a:rPr>
              <a:t>- </a:t>
            </a:r>
            <a:r>
              <a:rPr lang="de-DE" sz="1600" baseline="0" err="1">
                <a:solidFill>
                  <a:srgbClr val="C00000"/>
                </a:solidFill>
              </a:rPr>
              <a:t>for</a:t>
            </a:r>
            <a:r>
              <a:rPr lang="de-DE" sz="1600" baseline="0">
                <a:solidFill>
                  <a:srgbClr val="C00000"/>
                </a:solidFill>
              </a:rPr>
              <a:t> internal </a:t>
            </a:r>
            <a:r>
              <a:rPr lang="de-DE" sz="1600" baseline="0" err="1">
                <a:solidFill>
                  <a:srgbClr val="C00000"/>
                </a:solidFill>
              </a:rPr>
              <a:t>use</a:t>
            </a:r>
            <a:r>
              <a:rPr lang="de-DE" sz="1600" baseline="0">
                <a:solidFill>
                  <a:srgbClr val="C00000"/>
                </a:solidFill>
              </a:rPr>
              <a:t> </a:t>
            </a:r>
            <a:r>
              <a:rPr lang="de-DE" sz="1600" baseline="0" err="1">
                <a:solidFill>
                  <a:srgbClr val="C00000"/>
                </a:solidFill>
              </a:rPr>
              <a:t>only</a:t>
            </a:r>
            <a:r>
              <a:rPr lang="de-DE" sz="1600" baseline="0">
                <a:solidFill>
                  <a:srgbClr val="C00000"/>
                </a:solidFill>
              </a:rPr>
              <a:t> - </a:t>
            </a:r>
            <a:endParaRPr lang="de-DE" sz="16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719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/>
              <a:t>Schedule CIVIC Gen20x.i3 | RD/MHC | V3.7 | Stand: 19.05.2022</a:t>
            </a:r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</a:t>
            </a:r>
          </a:p>
        </p:txBody>
      </p:sp>
      <p:sp>
        <p:nvSpPr>
          <p:cNvPr id="2" name="TextBox 1"/>
          <p:cNvSpPr txBox="1"/>
          <p:nvPr userDrawn="1"/>
        </p:nvSpPr>
        <p:spPr bwMode="gray">
          <a:xfrm>
            <a:off x="10798182" y="80842"/>
            <a:ext cx="1256436" cy="3232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8000"/>
              </a:lnSpc>
              <a:spcAft>
                <a:spcPts val="1008"/>
              </a:spcAft>
            </a:pPr>
            <a:r>
              <a:rPr lang="de-DE" sz="1600">
                <a:solidFill>
                  <a:srgbClr val="C00000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081210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olbox 8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3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4479175" y="52526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50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51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52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53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3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4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5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6" name="Textplatzhalt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479175" y="15113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67" name="Textplatzhalter 3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479175" y="27584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68" name="Textplatzhalter 3"/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4479175" y="40055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69" name="Textplatzhalter 3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6207176" y="52526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70" name="Textplatzhalter 3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207176" y="27584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71" name="Textplatzhalter 3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6207176" y="40055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86" name="Textplatzhalter 3"/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6207176" y="15113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87" name="Textplatzhalt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96000" y="1511301"/>
            <a:ext cx="1800000" cy="1173600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88" name="Textplatzhalter 3"/>
          <p:cNvSpPr>
            <a:spLocks noGrp="1"/>
          </p:cNvSpPr>
          <p:nvPr>
            <p:ph type="body" sz="quarter" idx="35" hasCustomPrompt="1"/>
          </p:nvPr>
        </p:nvSpPr>
        <p:spPr>
          <a:xfrm>
            <a:off x="396000" y="5252601"/>
            <a:ext cx="1800000" cy="1173600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89" name="Textplatzhalter 3"/>
          <p:cNvSpPr>
            <a:spLocks noGrp="1"/>
          </p:cNvSpPr>
          <p:nvPr>
            <p:ph type="body" sz="quarter" idx="36" hasCustomPrompt="1"/>
          </p:nvPr>
        </p:nvSpPr>
        <p:spPr>
          <a:xfrm>
            <a:off x="396000" y="4005501"/>
            <a:ext cx="1800000" cy="1173600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0" name="Textplatzhalter 3"/>
          <p:cNvSpPr>
            <a:spLocks noGrp="1"/>
          </p:cNvSpPr>
          <p:nvPr>
            <p:ph type="body" sz="quarter" idx="37" hasCustomPrompt="1"/>
          </p:nvPr>
        </p:nvSpPr>
        <p:spPr>
          <a:xfrm>
            <a:off x="396000" y="2758401"/>
            <a:ext cx="1800000" cy="1173600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1" name="Textplatzhalt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0001474" y="15113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2" name="Textplatzhalter 3"/>
          <p:cNvSpPr>
            <a:spLocks noGrp="1"/>
          </p:cNvSpPr>
          <p:nvPr>
            <p:ph type="body" sz="quarter" idx="31" hasCustomPrompt="1"/>
          </p:nvPr>
        </p:nvSpPr>
        <p:spPr>
          <a:xfrm>
            <a:off x="10001474" y="52526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3" name="Textplatzhalter 3"/>
          <p:cNvSpPr>
            <a:spLocks noGrp="1"/>
          </p:cNvSpPr>
          <p:nvPr>
            <p:ph type="body" sz="quarter" idx="32" hasCustomPrompt="1"/>
          </p:nvPr>
        </p:nvSpPr>
        <p:spPr>
          <a:xfrm>
            <a:off x="10001474" y="40055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4" name="Textplatzhalter 3"/>
          <p:cNvSpPr>
            <a:spLocks noGrp="1"/>
          </p:cNvSpPr>
          <p:nvPr>
            <p:ph type="body" sz="quarter" idx="33" hasCustomPrompt="1"/>
          </p:nvPr>
        </p:nvSpPr>
        <p:spPr>
          <a:xfrm>
            <a:off x="10001474" y="27584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5" name="Bildplatzhalter 8"/>
          <p:cNvSpPr>
            <a:spLocks noGrp="1" noChangeAspect="1"/>
          </p:cNvSpPr>
          <p:nvPr>
            <p:ph type="pic" sz="quarter" idx="11" hasCustomPrompt="1"/>
          </p:nvPr>
        </p:nvSpPr>
        <p:spPr bwMode="gray">
          <a:xfrm>
            <a:off x="8198671" y="15113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6" name="Bildplatzhalter 8"/>
          <p:cNvSpPr>
            <a:spLocks noGrp="1" noChangeAspect="1"/>
          </p:cNvSpPr>
          <p:nvPr>
            <p:ph type="pic" sz="quarter" idx="17" hasCustomPrompt="1"/>
          </p:nvPr>
        </p:nvSpPr>
        <p:spPr bwMode="gray">
          <a:xfrm>
            <a:off x="8198671" y="40055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7" name="Bildplatzhalter 8"/>
          <p:cNvSpPr>
            <a:spLocks noGrp="1" noChangeAspect="1"/>
          </p:cNvSpPr>
          <p:nvPr>
            <p:ph type="pic" sz="quarter" idx="18" hasCustomPrompt="1"/>
          </p:nvPr>
        </p:nvSpPr>
        <p:spPr bwMode="gray">
          <a:xfrm>
            <a:off x="8198671" y="27584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8" name="Bildplatzhalter 8"/>
          <p:cNvSpPr>
            <a:spLocks noGrp="1" noChangeAspect="1"/>
          </p:cNvSpPr>
          <p:nvPr>
            <p:ph type="pic" sz="quarter" idx="29" hasCustomPrompt="1"/>
          </p:nvPr>
        </p:nvSpPr>
        <p:spPr bwMode="gray">
          <a:xfrm>
            <a:off x="8198671" y="52526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9" name="Bildplatzhalter 8"/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2304000" y="15113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0" name="Bildplatzhalter 8"/>
          <p:cNvSpPr>
            <a:spLocks noGrp="1" noChangeAspect="1"/>
          </p:cNvSpPr>
          <p:nvPr>
            <p:ph type="pic" sz="quarter" idx="12" hasCustomPrompt="1"/>
          </p:nvPr>
        </p:nvSpPr>
        <p:spPr bwMode="gray">
          <a:xfrm>
            <a:off x="2304000" y="40055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2" name="Bildplatzhalter 8"/>
          <p:cNvSpPr>
            <a:spLocks noGrp="1" noChangeAspect="1"/>
          </p:cNvSpPr>
          <p:nvPr>
            <p:ph type="pic" sz="quarter" idx="14" hasCustomPrompt="1"/>
          </p:nvPr>
        </p:nvSpPr>
        <p:spPr bwMode="gray">
          <a:xfrm>
            <a:off x="2304000" y="27584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8" name="Bildplatzhalter 8"/>
          <p:cNvSpPr>
            <a:spLocks noGrp="1" noChangeAspect="1"/>
          </p:cNvSpPr>
          <p:nvPr>
            <p:ph type="pic" sz="quarter" idx="28" hasCustomPrompt="1"/>
          </p:nvPr>
        </p:nvSpPr>
        <p:spPr bwMode="gray">
          <a:xfrm>
            <a:off x="2304000" y="52526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cxnSp>
        <p:nvCxnSpPr>
          <p:cNvPr id="109" name="Gerade Verbindung 53"/>
          <p:cNvCxnSpPr>
            <a:stCxn id="99" idx="3"/>
            <a:endCxn id="66" idx="1"/>
          </p:cNvCxnSpPr>
          <p:nvPr userDrawn="1"/>
        </p:nvCxnSpPr>
        <p:spPr>
          <a:xfrm>
            <a:off x="3996005" y="2098101"/>
            <a:ext cx="483170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54"/>
          <p:cNvCxnSpPr>
            <a:stCxn id="102" idx="3"/>
            <a:endCxn id="67" idx="1"/>
          </p:cNvCxnSpPr>
          <p:nvPr userDrawn="1"/>
        </p:nvCxnSpPr>
        <p:spPr>
          <a:xfrm>
            <a:off x="3996005" y="3345201"/>
            <a:ext cx="483170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Gerade Verbindung 55"/>
          <p:cNvCxnSpPr>
            <a:stCxn id="95" idx="1"/>
            <a:endCxn id="86" idx="3"/>
          </p:cNvCxnSpPr>
          <p:nvPr userDrawn="1"/>
        </p:nvCxnSpPr>
        <p:spPr>
          <a:xfrm flipH="1">
            <a:off x="7719176" y="2098101"/>
            <a:ext cx="479495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56"/>
          <p:cNvCxnSpPr>
            <a:stCxn id="70" idx="3"/>
            <a:endCxn id="97" idx="1"/>
          </p:cNvCxnSpPr>
          <p:nvPr userDrawn="1"/>
        </p:nvCxnSpPr>
        <p:spPr>
          <a:xfrm>
            <a:off x="7719176" y="3345201"/>
            <a:ext cx="479495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57"/>
          <p:cNvCxnSpPr>
            <a:stCxn id="71" idx="3"/>
            <a:endCxn id="96" idx="1"/>
          </p:cNvCxnSpPr>
          <p:nvPr userDrawn="1"/>
        </p:nvCxnSpPr>
        <p:spPr>
          <a:xfrm>
            <a:off x="7719176" y="4592301"/>
            <a:ext cx="479495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Gerade Verbindung 58"/>
          <p:cNvCxnSpPr>
            <a:stCxn id="69" idx="3"/>
            <a:endCxn id="98" idx="1"/>
          </p:cNvCxnSpPr>
          <p:nvPr userDrawn="1"/>
        </p:nvCxnSpPr>
        <p:spPr>
          <a:xfrm>
            <a:off x="7719176" y="5839401"/>
            <a:ext cx="479495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59"/>
          <p:cNvCxnSpPr>
            <a:stCxn id="108" idx="3"/>
            <a:endCxn id="49" idx="1"/>
          </p:cNvCxnSpPr>
          <p:nvPr userDrawn="1"/>
        </p:nvCxnSpPr>
        <p:spPr>
          <a:xfrm>
            <a:off x="3996005" y="5839401"/>
            <a:ext cx="483170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60"/>
          <p:cNvCxnSpPr>
            <a:stCxn id="100" idx="3"/>
            <a:endCxn id="68" idx="1"/>
          </p:cNvCxnSpPr>
          <p:nvPr userDrawn="1"/>
        </p:nvCxnSpPr>
        <p:spPr>
          <a:xfrm>
            <a:off x="3996005" y="4592301"/>
            <a:ext cx="483170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575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kt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024337" y="2757600"/>
            <a:ext cx="6148800" cy="2421734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3" name="Textplatzhalter 3"/>
          <p:cNvSpPr>
            <a:spLocks noGrp="1" noChangeAspect="1"/>
          </p:cNvSpPr>
          <p:nvPr>
            <p:ph type="body" sz="quarter" idx="67" hasCustomPrompt="1"/>
          </p:nvPr>
        </p:nvSpPr>
        <p:spPr bwMode="white">
          <a:xfrm rot="9427937">
            <a:off x="2425691" y="5284427"/>
            <a:ext cx="1909937" cy="91569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596021"/>
              <a:gd name="connsiteY0" fmla="*/ 35294 h 124463"/>
              <a:gd name="connsiteX1" fmla="*/ 36219 w 2596021"/>
              <a:gd name="connsiteY1" fmla="*/ 73396 h 124463"/>
              <a:gd name="connsiteX2" fmla="*/ 0 w 2596021"/>
              <a:gd name="connsiteY2" fmla="*/ 37306 h 124463"/>
              <a:gd name="connsiteX3" fmla="*/ 35816 w 2596021"/>
              <a:gd name="connsiteY3" fmla="*/ 8 h 124463"/>
              <a:gd name="connsiteX4" fmla="*/ 73065 w 2596021"/>
              <a:gd name="connsiteY4" fmla="*/ 35540 h 124463"/>
              <a:gd name="connsiteX5" fmla="*/ 2596020 w 2596021"/>
              <a:gd name="connsiteY5" fmla="*/ 124462 h 12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021" h="124463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596020" y="124462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4" name="Textplatzhalter 3"/>
          <p:cNvSpPr>
            <a:spLocks noGrp="1" noChangeAspect="1"/>
          </p:cNvSpPr>
          <p:nvPr>
            <p:ph type="body" sz="quarter" idx="56" hasCustomPrompt="1"/>
          </p:nvPr>
        </p:nvSpPr>
        <p:spPr bwMode="white">
          <a:xfrm rot="17090839">
            <a:off x="7964704" y="280890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5" name="Textplatzhalter 3"/>
          <p:cNvSpPr>
            <a:spLocks noGrp="1" noChangeAspect="1"/>
          </p:cNvSpPr>
          <p:nvPr>
            <p:ph type="body" sz="quarter" idx="57" hasCustomPrompt="1"/>
          </p:nvPr>
        </p:nvSpPr>
        <p:spPr bwMode="white">
          <a:xfrm rot="18468895">
            <a:off x="6090519" y="2581063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6" name="Textplatzhalter 3"/>
          <p:cNvSpPr>
            <a:spLocks noGrp="1" noChangeAspect="1"/>
          </p:cNvSpPr>
          <p:nvPr>
            <p:ph type="body" sz="quarter" idx="58" hasCustomPrompt="1"/>
          </p:nvPr>
        </p:nvSpPr>
        <p:spPr bwMode="white">
          <a:xfrm rot="11041244">
            <a:off x="2483054" y="3144224"/>
            <a:ext cx="2204126" cy="80242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95888" h="109067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995888" y="109067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7" name="Textplatzhalter 3"/>
          <p:cNvSpPr>
            <a:spLocks noGrp="1" noChangeAspect="1"/>
          </p:cNvSpPr>
          <p:nvPr>
            <p:ph type="body" sz="quarter" idx="59" hasCustomPrompt="1"/>
          </p:nvPr>
        </p:nvSpPr>
        <p:spPr bwMode="white">
          <a:xfrm rot="10320000">
            <a:off x="2608500" y="4603312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8" name="Textplatzhalter 3"/>
          <p:cNvSpPr>
            <a:spLocks noGrp="1" noChangeAspect="1"/>
          </p:cNvSpPr>
          <p:nvPr>
            <p:ph type="body" sz="quarter" idx="60" hasCustomPrompt="1"/>
          </p:nvPr>
        </p:nvSpPr>
        <p:spPr bwMode="white">
          <a:xfrm rot="3540000">
            <a:off x="5861589" y="4897309"/>
            <a:ext cx="1909937" cy="91569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596021"/>
              <a:gd name="connsiteY0" fmla="*/ 35294 h 124463"/>
              <a:gd name="connsiteX1" fmla="*/ 36219 w 2596021"/>
              <a:gd name="connsiteY1" fmla="*/ 73396 h 124463"/>
              <a:gd name="connsiteX2" fmla="*/ 0 w 2596021"/>
              <a:gd name="connsiteY2" fmla="*/ 37306 h 124463"/>
              <a:gd name="connsiteX3" fmla="*/ 35816 w 2596021"/>
              <a:gd name="connsiteY3" fmla="*/ 8 h 124463"/>
              <a:gd name="connsiteX4" fmla="*/ 73065 w 2596021"/>
              <a:gd name="connsiteY4" fmla="*/ 35540 h 124463"/>
              <a:gd name="connsiteX5" fmla="*/ 2596020 w 2596021"/>
              <a:gd name="connsiteY5" fmla="*/ 124462 h 12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021" h="124463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596020" y="124462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9" name="Textplatzhalter 3"/>
          <p:cNvSpPr>
            <a:spLocks noGrp="1" noChangeAspect="1"/>
          </p:cNvSpPr>
          <p:nvPr>
            <p:ph type="body" sz="quarter" idx="61" hasCustomPrompt="1"/>
          </p:nvPr>
        </p:nvSpPr>
        <p:spPr bwMode="white">
          <a:xfrm rot="12197832">
            <a:off x="2201247" y="2579449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0" name="Textplatzhalter 3"/>
          <p:cNvSpPr>
            <a:spLocks noGrp="1" noChangeAspect="1"/>
          </p:cNvSpPr>
          <p:nvPr>
            <p:ph type="body" sz="quarter" idx="62" hasCustomPrompt="1"/>
          </p:nvPr>
        </p:nvSpPr>
        <p:spPr bwMode="white">
          <a:xfrm rot="13889278">
            <a:off x="4708703" y="252068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1" name="Textplatzhalter 3"/>
          <p:cNvSpPr>
            <a:spLocks noGrp="1" noChangeAspect="1"/>
          </p:cNvSpPr>
          <p:nvPr>
            <p:ph type="body" sz="quarter" idx="63" hasCustomPrompt="1"/>
          </p:nvPr>
        </p:nvSpPr>
        <p:spPr bwMode="white">
          <a:xfrm rot="17090839" flipH="1" flipV="1">
            <a:off x="4827733" y="538222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2" name="Textplatzhalter 3"/>
          <p:cNvSpPr>
            <a:spLocks noGrp="1" noChangeAspect="1"/>
          </p:cNvSpPr>
          <p:nvPr>
            <p:ph type="body" sz="quarter" idx="64" hasCustomPrompt="1"/>
          </p:nvPr>
        </p:nvSpPr>
        <p:spPr bwMode="white">
          <a:xfrm rot="12243241" flipH="1" flipV="1">
            <a:off x="8587331" y="4580694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3" name="Textplatzhalter 3"/>
          <p:cNvSpPr>
            <a:spLocks noGrp="1" noChangeAspect="1"/>
          </p:cNvSpPr>
          <p:nvPr>
            <p:ph type="body" sz="quarter" idx="65" hasCustomPrompt="1"/>
          </p:nvPr>
        </p:nvSpPr>
        <p:spPr bwMode="white">
          <a:xfrm rot="10046435" flipH="1" flipV="1">
            <a:off x="8610544" y="3345727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4" name="Textplatzhalter 3"/>
          <p:cNvSpPr>
            <a:spLocks noGrp="1" noChangeAspect="1"/>
          </p:cNvSpPr>
          <p:nvPr>
            <p:ph type="body" sz="quarter" idx="66" hasCustomPrompt="1"/>
          </p:nvPr>
        </p:nvSpPr>
        <p:spPr bwMode="white">
          <a:xfrm rot="2851924">
            <a:off x="6698739" y="4854467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5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5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57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58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59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0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1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8" name="Textplatzhalter 3"/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396000" y="5252601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69" name="Textplatzhalter 3"/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4223026" y="5252601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CorpoS 15 pt. // kleineren Text: Listenebene erhöhen</a:t>
            </a:r>
          </a:p>
        </p:txBody>
      </p:sp>
      <p:sp>
        <p:nvSpPr>
          <p:cNvPr id="70" name="Textplatzhalter 3"/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6134851" y="5252601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CorpoS 15 pt. // kleineren Text: Listenebene erhöhen</a:t>
            </a:r>
          </a:p>
        </p:txBody>
      </p:sp>
      <p:sp>
        <p:nvSpPr>
          <p:cNvPr id="71" name="Textplatzhalter 3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8046674" y="1512000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2" name="Textplatzhalter 3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4223026" y="1512000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CorpoS 15 pt. // kleineren Text: Listenebene erhöhen</a:t>
            </a:r>
          </a:p>
        </p:txBody>
      </p:sp>
      <p:sp>
        <p:nvSpPr>
          <p:cNvPr id="73" name="Textplatzhalter 3"/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6134851" y="1512000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CorpoS 15 pt. // kleineren Text: Listenebene erhöhen</a:t>
            </a:r>
          </a:p>
        </p:txBody>
      </p:sp>
      <p:sp>
        <p:nvSpPr>
          <p:cNvPr id="74" name="Textplatzhalter 3"/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8046674" y="5252601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6" name="Textplatzhalter 3"/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396000" y="1512000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7" name="Textplatzhalter 3"/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396000" y="2758867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8" name="Textplatzhalter 3"/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396000" y="4005735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9" name="Textplatzhalter 3"/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9245474" y="4005735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80" name="Textplatzhalter 3"/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9245474" y="2758867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</p:spTree>
    <p:extLst>
      <p:ext uri="{BB962C8B-B14F-4D97-AF65-F5344CB8AC3E}">
        <p14:creationId xmlns:p14="http://schemas.microsoft.com/office/powerpoint/2010/main" val="1507828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0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2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28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29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30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31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33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34" name="Textplatzhalt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96000" y="1511301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5" name="Textplatzhalter 3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396000" y="1979418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6" name="Textplatzhalter 3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96000" y="2915651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7" name="Textplatzhalter 3"/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396000" y="4320000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8" name="Textplatzhalter 3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396000" y="2447534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9" name="Textplatzhalter 3"/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396000" y="3851886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40" name="Textplatzhalter 3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396000" y="3383769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41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222800" y="1511300"/>
            <a:ext cx="7578675" cy="32047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</p:spTree>
    <p:extLst>
      <p:ext uri="{BB962C8B-B14F-4D97-AF65-F5344CB8AC3E}">
        <p14:creationId xmlns:p14="http://schemas.microsoft.com/office/powerpoint/2010/main" val="60591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5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59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60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1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2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0" y="4044227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3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8046676" y="1512000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4" name="Bildplatzhalter 8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046676" y="4044227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5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221337" y="1512000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6" name="Bildplatzhalter 8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21337" y="4044227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5999" y="3501248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68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69" name="Textplatzhalt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221337" y="3501248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70" name="Textplatzhalter 3"/>
          <p:cNvSpPr>
            <a:spLocks noGrp="1"/>
          </p:cNvSpPr>
          <p:nvPr>
            <p:ph type="body" sz="quarter" idx="22" hasCustomPrompt="1"/>
          </p:nvPr>
        </p:nvSpPr>
        <p:spPr>
          <a:xfrm>
            <a:off x="8046676" y="3501248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71" name="Textplatzhalter 3"/>
          <p:cNvSpPr>
            <a:spLocks noGrp="1"/>
          </p:cNvSpPr>
          <p:nvPr>
            <p:ph type="body" sz="quarter" idx="23" hasCustomPrompt="1"/>
          </p:nvPr>
        </p:nvSpPr>
        <p:spPr>
          <a:xfrm>
            <a:off x="4221338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72" name="Textplatzhalter 3"/>
          <p:cNvSpPr>
            <a:spLocks noGrp="1"/>
          </p:cNvSpPr>
          <p:nvPr>
            <p:ph type="body" sz="quarter" idx="24" hasCustomPrompt="1"/>
          </p:nvPr>
        </p:nvSpPr>
        <p:spPr>
          <a:xfrm>
            <a:off x="8046676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73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74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75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66678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31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32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33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34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3754800" cy="37548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5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8046676" y="1512000"/>
            <a:ext cx="3754800" cy="37548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6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221337" y="1512000"/>
            <a:ext cx="3754800" cy="37548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5999" y="531360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38" name="Textplatzhalt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221337" y="531360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39" name="Textplatzhalter 3"/>
          <p:cNvSpPr>
            <a:spLocks noGrp="1"/>
          </p:cNvSpPr>
          <p:nvPr>
            <p:ph type="body" sz="quarter" idx="22" hasCustomPrompt="1"/>
          </p:nvPr>
        </p:nvSpPr>
        <p:spPr>
          <a:xfrm>
            <a:off x="8046676" y="531360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0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1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2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8509448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31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32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33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34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6663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5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1" y="4044227"/>
            <a:ext cx="56663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6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1" y="3501248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37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2" y="6030980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38" name="Bildplatzhalter 8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135076" y="1511300"/>
            <a:ext cx="56663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9" name="Bildplatzhalter 8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35076" y="4043527"/>
            <a:ext cx="56663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0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6135076" y="3500548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1" name="Textplatzhalter 3"/>
          <p:cNvSpPr>
            <a:spLocks noGrp="1"/>
          </p:cNvSpPr>
          <p:nvPr>
            <p:ph type="body" sz="quarter" idx="28" hasCustomPrompt="1"/>
          </p:nvPr>
        </p:nvSpPr>
        <p:spPr>
          <a:xfrm>
            <a:off x="6135076" y="6030280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2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3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4" name="Textplatzhalter 3"/>
          <p:cNvSpPr>
            <a:spLocks noGrp="1"/>
          </p:cNvSpPr>
          <p:nvPr>
            <p:ph type="body" sz="quarter" idx="2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9189826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39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40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41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42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3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0" y="4044227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4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0" y="35012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5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60309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6" name="Bildplatzhalter 8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134849" y="1511300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7" name="Bildplatzhalter 8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34849" y="4043527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8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6134849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9" name="Textplatzhalter 3"/>
          <p:cNvSpPr>
            <a:spLocks noGrp="1"/>
          </p:cNvSpPr>
          <p:nvPr>
            <p:ph type="body" sz="quarter" idx="28" hasCustomPrompt="1"/>
          </p:nvPr>
        </p:nvSpPr>
        <p:spPr>
          <a:xfrm>
            <a:off x="6134851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0" name="Bildplatzhalter 8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265425" y="1511300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1" name="Bildplatzhalter 8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3265425" y="4043527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2" name="Textplatzhalter 3"/>
          <p:cNvSpPr>
            <a:spLocks noGrp="1"/>
          </p:cNvSpPr>
          <p:nvPr>
            <p:ph type="body" sz="quarter" idx="31" hasCustomPrompt="1"/>
          </p:nvPr>
        </p:nvSpPr>
        <p:spPr>
          <a:xfrm>
            <a:off x="3265425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3" name="Textplatzhalter 3"/>
          <p:cNvSpPr>
            <a:spLocks noGrp="1"/>
          </p:cNvSpPr>
          <p:nvPr>
            <p:ph type="body" sz="quarter" idx="32" hasCustomPrompt="1"/>
          </p:nvPr>
        </p:nvSpPr>
        <p:spPr>
          <a:xfrm>
            <a:off x="3265426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4" name="Bildplatzhalter 8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9004275" y="1511300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5" name="Bildplatzhalter 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004275" y="4043527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6" name="Textplatzhalter 3"/>
          <p:cNvSpPr>
            <a:spLocks noGrp="1"/>
          </p:cNvSpPr>
          <p:nvPr>
            <p:ph type="body" sz="quarter" idx="35" hasCustomPrompt="1"/>
          </p:nvPr>
        </p:nvSpPr>
        <p:spPr>
          <a:xfrm>
            <a:off x="9004275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7" name="Textplatzhalter 3"/>
          <p:cNvSpPr>
            <a:spLocks noGrp="1"/>
          </p:cNvSpPr>
          <p:nvPr>
            <p:ph type="body" sz="quarter" idx="36" hasCustomPrompt="1"/>
          </p:nvPr>
        </p:nvSpPr>
        <p:spPr>
          <a:xfrm>
            <a:off x="9004275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8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59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0" name="Textplatzhalter 3"/>
          <p:cNvSpPr>
            <a:spLocks noGrp="1"/>
          </p:cNvSpPr>
          <p:nvPr>
            <p:ph type="body" sz="quarter" idx="3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8689484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s mit Textanmerk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omplett" hidden="1"/>
          <p:cNvSpPr/>
          <p:nvPr userDrawn="1"/>
        </p:nvSpPr>
        <p:spPr>
          <a:xfrm>
            <a:off x="395880" y="1511767"/>
            <a:ext cx="11399452" cy="3895508"/>
          </a:xfrm>
          <a:prstGeom prst="rect">
            <a:avLst/>
          </a:prstGeom>
          <a:solidFill>
            <a:schemeClr val="accent1"/>
          </a:solidFill>
          <a:ln w="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/>
          </a:p>
        </p:txBody>
      </p:sp>
      <p:grpSp>
        <p:nvGrpSpPr>
          <p:cNvPr id="64" name="Horizontal // fein" hidden="1"/>
          <p:cNvGrpSpPr/>
          <p:nvPr userDrawn="1"/>
        </p:nvGrpSpPr>
        <p:grpSpPr>
          <a:xfrm>
            <a:off x="395880" y="1511767"/>
            <a:ext cx="11399452" cy="3895508"/>
            <a:chOff x="396086" y="1511767"/>
            <a:chExt cx="11405389" cy="3895508"/>
          </a:xfrm>
        </p:grpSpPr>
        <p:sp>
          <p:nvSpPr>
            <p:cNvPr id="44" name="Links // Links"/>
            <p:cNvSpPr/>
            <p:nvPr userDrawn="1"/>
          </p:nvSpPr>
          <p:spPr>
            <a:xfrm>
              <a:off x="39608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5" name="Links // Rechts"/>
            <p:cNvSpPr/>
            <p:nvPr userDrawn="1"/>
          </p:nvSpPr>
          <p:spPr>
            <a:xfrm>
              <a:off x="2308774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6" name="Rechts // Links"/>
            <p:cNvSpPr/>
            <p:nvPr userDrawn="1"/>
          </p:nvSpPr>
          <p:spPr>
            <a:xfrm>
              <a:off x="8046838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7" name="Rechts // Rechts"/>
            <p:cNvSpPr/>
            <p:nvPr userDrawn="1"/>
          </p:nvSpPr>
          <p:spPr>
            <a:xfrm>
              <a:off x="995952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8" name="Mitte // Links"/>
            <p:cNvSpPr/>
            <p:nvPr userDrawn="1"/>
          </p:nvSpPr>
          <p:spPr>
            <a:xfrm>
              <a:off x="4221462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9" name="Mitte // Rechts"/>
            <p:cNvSpPr/>
            <p:nvPr userDrawn="1"/>
          </p:nvSpPr>
          <p:spPr>
            <a:xfrm>
              <a:off x="6134150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0" name="Links // Links"/>
            <p:cNvSpPr/>
            <p:nvPr userDrawn="1"/>
          </p:nvSpPr>
          <p:spPr>
            <a:xfrm>
              <a:off x="1352430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1" name="Links // Rechts"/>
            <p:cNvSpPr/>
            <p:nvPr userDrawn="1"/>
          </p:nvSpPr>
          <p:spPr>
            <a:xfrm>
              <a:off x="3265118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2" name="Rechts // Links"/>
            <p:cNvSpPr/>
            <p:nvPr userDrawn="1"/>
          </p:nvSpPr>
          <p:spPr>
            <a:xfrm>
              <a:off x="9003182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3" name="Rechts // Rechts"/>
            <p:cNvSpPr/>
            <p:nvPr userDrawn="1"/>
          </p:nvSpPr>
          <p:spPr>
            <a:xfrm>
              <a:off x="10915875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4" name="Mitte // Links"/>
            <p:cNvSpPr/>
            <p:nvPr userDrawn="1"/>
          </p:nvSpPr>
          <p:spPr>
            <a:xfrm>
              <a:off x="517780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5" name="Mitte // Rechts"/>
            <p:cNvSpPr/>
            <p:nvPr userDrawn="1"/>
          </p:nvSpPr>
          <p:spPr>
            <a:xfrm>
              <a:off x="7090494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65" name="Abstand Horizontal // fein" hidden="1"/>
          <p:cNvGrpSpPr/>
          <p:nvPr userDrawn="1"/>
        </p:nvGrpSpPr>
        <p:grpSpPr>
          <a:xfrm>
            <a:off x="1280393" y="1511767"/>
            <a:ext cx="9630427" cy="3895508"/>
            <a:chOff x="1281058" y="1511767"/>
            <a:chExt cx="9635443" cy="3895508"/>
          </a:xfrm>
        </p:grpSpPr>
        <p:sp>
          <p:nvSpPr>
            <p:cNvPr id="58" name="Abstand Rechts // Mitte"/>
            <p:cNvSpPr/>
            <p:nvPr userDrawn="1"/>
          </p:nvSpPr>
          <p:spPr>
            <a:xfrm>
              <a:off x="8931814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9" name="Abstand Links // Mitte"/>
            <p:cNvSpPr/>
            <p:nvPr userDrawn="1"/>
          </p:nvSpPr>
          <p:spPr>
            <a:xfrm>
              <a:off x="1281058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0" name="Abstand Mitte // Mitte"/>
            <p:cNvSpPr/>
            <p:nvPr userDrawn="1"/>
          </p:nvSpPr>
          <p:spPr>
            <a:xfrm>
              <a:off x="5106436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1" name="Abstand Rechts // Mitte"/>
            <p:cNvSpPr/>
            <p:nvPr userDrawn="1"/>
          </p:nvSpPr>
          <p:spPr>
            <a:xfrm>
              <a:off x="10844501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2" name="Abstand Links // Mitte"/>
            <p:cNvSpPr/>
            <p:nvPr userDrawn="1"/>
          </p:nvSpPr>
          <p:spPr>
            <a:xfrm>
              <a:off x="3193747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3" name="Abstand Mitte // Mitte"/>
            <p:cNvSpPr/>
            <p:nvPr userDrawn="1"/>
          </p:nvSpPr>
          <p:spPr>
            <a:xfrm>
              <a:off x="7019125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56" name="Horizontal // grob" hidden="1"/>
          <p:cNvGrpSpPr/>
          <p:nvPr userDrawn="1"/>
        </p:nvGrpSpPr>
        <p:grpSpPr>
          <a:xfrm>
            <a:off x="395880" y="1511300"/>
            <a:ext cx="11399452" cy="3895976"/>
            <a:chOff x="396086" y="1511300"/>
            <a:chExt cx="11405389" cy="3895976"/>
          </a:xfrm>
        </p:grpSpPr>
        <p:sp>
          <p:nvSpPr>
            <p:cNvPr id="25" name="Links // Links"/>
            <p:cNvSpPr/>
            <p:nvPr userDrawn="1"/>
          </p:nvSpPr>
          <p:spPr>
            <a:xfrm>
              <a:off x="396086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6" name="Links // Rechts"/>
            <p:cNvSpPr/>
            <p:nvPr userDrawn="1"/>
          </p:nvSpPr>
          <p:spPr>
            <a:xfrm>
              <a:off x="2309244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7" name="Rechts // Links"/>
            <p:cNvSpPr/>
            <p:nvPr userDrawn="1"/>
          </p:nvSpPr>
          <p:spPr>
            <a:xfrm>
              <a:off x="8048718" y="1511768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8" name="Rechts // Rechts"/>
            <p:cNvSpPr/>
            <p:nvPr userDrawn="1"/>
          </p:nvSpPr>
          <p:spPr>
            <a:xfrm>
              <a:off x="9961875" y="1511768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9" name="Mitte // Links"/>
            <p:cNvSpPr/>
            <p:nvPr userDrawn="1"/>
          </p:nvSpPr>
          <p:spPr>
            <a:xfrm>
              <a:off x="4222402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0" name="Mitte // Rechts"/>
            <p:cNvSpPr/>
            <p:nvPr userDrawn="1"/>
          </p:nvSpPr>
          <p:spPr>
            <a:xfrm>
              <a:off x="6135560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3" name="Links"/>
            <p:cNvSpPr/>
            <p:nvPr userDrawn="1"/>
          </p:nvSpPr>
          <p:spPr>
            <a:xfrm>
              <a:off x="396086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6" name="Mitte"/>
            <p:cNvSpPr/>
            <p:nvPr userDrawn="1"/>
          </p:nvSpPr>
          <p:spPr>
            <a:xfrm>
              <a:off x="4221380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4" name="Rechts"/>
            <p:cNvSpPr/>
            <p:nvPr userDrawn="1"/>
          </p:nvSpPr>
          <p:spPr>
            <a:xfrm>
              <a:off x="8046675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67" name="Abstand Horizontal // grob" hidden="1"/>
          <p:cNvGrpSpPr/>
          <p:nvPr userDrawn="1"/>
        </p:nvGrpSpPr>
        <p:grpSpPr>
          <a:xfrm>
            <a:off x="2235301" y="1511300"/>
            <a:ext cx="7720610" cy="3895508"/>
            <a:chOff x="2236465" y="1511300"/>
            <a:chExt cx="7724631" cy="3895508"/>
          </a:xfrm>
        </p:grpSpPr>
        <p:sp>
          <p:nvSpPr>
            <p:cNvPr id="33" name="Abstand Links"/>
            <p:cNvSpPr/>
            <p:nvPr userDrawn="1"/>
          </p:nvSpPr>
          <p:spPr>
            <a:xfrm>
              <a:off x="4150133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5" name="Abstand Rechts"/>
            <p:cNvSpPr/>
            <p:nvPr userDrawn="1"/>
          </p:nvSpPr>
          <p:spPr>
            <a:xfrm>
              <a:off x="7975427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1" name="Abstand Rechts // Mitte"/>
            <p:cNvSpPr/>
            <p:nvPr userDrawn="1"/>
          </p:nvSpPr>
          <p:spPr>
            <a:xfrm>
              <a:off x="9889096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2" name="Abstand Links // Mitte"/>
            <p:cNvSpPr/>
            <p:nvPr userDrawn="1"/>
          </p:nvSpPr>
          <p:spPr>
            <a:xfrm>
              <a:off x="2236465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3" name="Abstand Mitte // Mitte"/>
            <p:cNvSpPr/>
            <p:nvPr userDrawn="1"/>
          </p:nvSpPr>
          <p:spPr>
            <a:xfrm>
              <a:off x="6062781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99" name="Vertikal" hidden="1"/>
          <p:cNvGrpSpPr/>
          <p:nvPr userDrawn="1"/>
        </p:nvGrpSpPr>
        <p:grpSpPr>
          <a:xfrm>
            <a:off x="395082" y="1511299"/>
            <a:ext cx="11400250" cy="3895976"/>
            <a:chOff x="395287" y="1511299"/>
            <a:chExt cx="11406188" cy="3895976"/>
          </a:xfrm>
        </p:grpSpPr>
        <p:sp>
          <p:nvSpPr>
            <p:cNvPr id="19" name="Oben // Oben"/>
            <p:cNvSpPr/>
            <p:nvPr userDrawn="1"/>
          </p:nvSpPr>
          <p:spPr>
            <a:xfrm>
              <a:off x="396086" y="1511299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0" name="Oben // Unten"/>
            <p:cNvSpPr/>
            <p:nvPr userDrawn="1"/>
          </p:nvSpPr>
          <p:spPr>
            <a:xfrm>
              <a:off x="396086" y="2502758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1" name="Unten // Oben"/>
            <p:cNvSpPr/>
            <p:nvPr userDrawn="1"/>
          </p:nvSpPr>
          <p:spPr>
            <a:xfrm>
              <a:off x="395287" y="3494217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2" name="Unten // Unten"/>
            <p:cNvSpPr/>
            <p:nvPr userDrawn="1"/>
          </p:nvSpPr>
          <p:spPr>
            <a:xfrm>
              <a:off x="396086" y="4485675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16" name="Oben"/>
            <p:cNvSpPr/>
            <p:nvPr userDrawn="1"/>
          </p:nvSpPr>
          <p:spPr>
            <a:xfrm>
              <a:off x="396086" y="1511300"/>
              <a:ext cx="11405389" cy="191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18" name="Unten"/>
            <p:cNvSpPr/>
            <p:nvPr userDrawn="1"/>
          </p:nvSpPr>
          <p:spPr>
            <a:xfrm>
              <a:off x="396086" y="3495675"/>
              <a:ext cx="11405389" cy="191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98" name="Abstand Vertikal" hidden="1"/>
          <p:cNvGrpSpPr/>
          <p:nvPr userDrawn="1"/>
        </p:nvGrpSpPr>
        <p:grpSpPr>
          <a:xfrm>
            <a:off x="395880" y="2431828"/>
            <a:ext cx="11399452" cy="2054918"/>
            <a:chOff x="396086" y="2431828"/>
            <a:chExt cx="11405389" cy="2054918"/>
          </a:xfrm>
        </p:grpSpPr>
        <p:sp>
          <p:nvSpPr>
            <p:cNvPr id="29" name="Abstand Mitte"/>
            <p:cNvSpPr/>
            <p:nvPr userDrawn="1"/>
          </p:nvSpPr>
          <p:spPr>
            <a:xfrm>
              <a:off x="396885" y="3423287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1" name="Abstand Oben // Mitte"/>
            <p:cNvSpPr/>
            <p:nvPr userDrawn="1"/>
          </p:nvSpPr>
          <p:spPr>
            <a:xfrm>
              <a:off x="396086" y="2431828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2" name="Abstand Unten // Mitte"/>
            <p:cNvSpPr/>
            <p:nvPr userDrawn="1"/>
          </p:nvSpPr>
          <p:spPr>
            <a:xfrm>
              <a:off x="396086" y="4414746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sp>
        <p:nvSpPr>
          <p:cNvPr id="86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87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88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90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5436002"/>
            <a:ext cx="11406187" cy="9902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  <a:defRPr/>
            </a:lvl7pPr>
            <a:lvl8pPr>
              <a:spcAft>
                <a:spcPts val="0"/>
              </a:spcAft>
              <a:defRPr/>
            </a:lvl8pPr>
            <a:lvl9pPr>
              <a:spcAft>
                <a:spcPts val="0"/>
              </a:spcAft>
              <a:defRPr/>
            </a:lvl9pPr>
          </a:lstStyle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92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96885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4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308466" y="1511768"/>
            <a:ext cx="1842252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7" name="Bildplatzhalter 8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95288" y="3495677"/>
            <a:ext cx="3753557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0" name="Bildplatzhalter 8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222402" y="2503829"/>
            <a:ext cx="3752492" cy="1910916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1" name="Bildplatzhalter 8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134151" y="4486747"/>
            <a:ext cx="1843200" cy="92006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2" name="Bildplatzhalter 8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222402" y="4486747"/>
            <a:ext cx="1843200" cy="92006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3" name="Bildplatzhalter 8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046676" y="3495677"/>
            <a:ext cx="3754800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4" name="Bildplatzhalter 8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046677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5" name="Bildplatzhalter 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961876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6" name="Bildplatzhalter 8"/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6133884" y="1511768"/>
            <a:ext cx="1843200" cy="92006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7" name="Bildplatzhalter 8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222502" y="1511768"/>
            <a:ext cx="1843200" cy="92006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8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9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10" name="Textplatzhalter 3"/>
          <p:cNvSpPr>
            <a:spLocks noGrp="1"/>
          </p:cNvSpPr>
          <p:nvPr>
            <p:ph type="body" sz="quarter" idx="3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11" name="Textplatzhalter 7"/>
          <p:cNvSpPr>
            <a:spLocks noGrp="1"/>
          </p:cNvSpPr>
          <p:nvPr>
            <p:ph type="body" sz="quarter" idx="38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</p:spTree>
    <p:extLst>
      <p:ext uri="{BB962C8B-B14F-4D97-AF65-F5344CB8AC3E}">
        <p14:creationId xmlns:p14="http://schemas.microsoft.com/office/powerpoint/2010/main" val="42032679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s mit Textanmerkung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omplett" hidden="1"/>
          <p:cNvSpPr/>
          <p:nvPr userDrawn="1"/>
        </p:nvSpPr>
        <p:spPr>
          <a:xfrm>
            <a:off x="395880" y="1511767"/>
            <a:ext cx="11399452" cy="3895508"/>
          </a:xfrm>
          <a:prstGeom prst="rect">
            <a:avLst/>
          </a:prstGeom>
          <a:solidFill>
            <a:schemeClr val="accent1"/>
          </a:solidFill>
          <a:ln w="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/>
          </a:p>
        </p:txBody>
      </p:sp>
      <p:grpSp>
        <p:nvGrpSpPr>
          <p:cNvPr id="64" name="Horizontal // fein" hidden="1"/>
          <p:cNvGrpSpPr/>
          <p:nvPr userDrawn="1"/>
        </p:nvGrpSpPr>
        <p:grpSpPr>
          <a:xfrm>
            <a:off x="395880" y="1511767"/>
            <a:ext cx="11399452" cy="3895508"/>
            <a:chOff x="396086" y="1511767"/>
            <a:chExt cx="11405389" cy="3895508"/>
          </a:xfrm>
        </p:grpSpPr>
        <p:sp>
          <p:nvSpPr>
            <p:cNvPr id="44" name="Links // Links"/>
            <p:cNvSpPr/>
            <p:nvPr userDrawn="1"/>
          </p:nvSpPr>
          <p:spPr>
            <a:xfrm>
              <a:off x="39608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5" name="Links // Rechts"/>
            <p:cNvSpPr/>
            <p:nvPr userDrawn="1"/>
          </p:nvSpPr>
          <p:spPr>
            <a:xfrm>
              <a:off x="2308774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6" name="Rechts // Links"/>
            <p:cNvSpPr/>
            <p:nvPr userDrawn="1"/>
          </p:nvSpPr>
          <p:spPr>
            <a:xfrm>
              <a:off x="8046838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7" name="Rechts // Rechts"/>
            <p:cNvSpPr/>
            <p:nvPr userDrawn="1"/>
          </p:nvSpPr>
          <p:spPr>
            <a:xfrm>
              <a:off x="995952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8" name="Mitte // Links"/>
            <p:cNvSpPr/>
            <p:nvPr userDrawn="1"/>
          </p:nvSpPr>
          <p:spPr>
            <a:xfrm>
              <a:off x="4221462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9" name="Mitte // Rechts"/>
            <p:cNvSpPr/>
            <p:nvPr userDrawn="1"/>
          </p:nvSpPr>
          <p:spPr>
            <a:xfrm>
              <a:off x="6134150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0" name="Links // Links"/>
            <p:cNvSpPr/>
            <p:nvPr userDrawn="1"/>
          </p:nvSpPr>
          <p:spPr>
            <a:xfrm>
              <a:off x="1352430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1" name="Links // Rechts"/>
            <p:cNvSpPr/>
            <p:nvPr userDrawn="1"/>
          </p:nvSpPr>
          <p:spPr>
            <a:xfrm>
              <a:off x="3265118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2" name="Rechts // Links"/>
            <p:cNvSpPr/>
            <p:nvPr userDrawn="1"/>
          </p:nvSpPr>
          <p:spPr>
            <a:xfrm>
              <a:off x="9003182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3" name="Rechts // Rechts"/>
            <p:cNvSpPr/>
            <p:nvPr userDrawn="1"/>
          </p:nvSpPr>
          <p:spPr>
            <a:xfrm>
              <a:off x="10915875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4" name="Mitte // Links"/>
            <p:cNvSpPr/>
            <p:nvPr userDrawn="1"/>
          </p:nvSpPr>
          <p:spPr>
            <a:xfrm>
              <a:off x="517780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5" name="Mitte // Rechts"/>
            <p:cNvSpPr/>
            <p:nvPr userDrawn="1"/>
          </p:nvSpPr>
          <p:spPr>
            <a:xfrm>
              <a:off x="7090494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65" name="Abstand Horizontal // fein" hidden="1"/>
          <p:cNvGrpSpPr/>
          <p:nvPr userDrawn="1"/>
        </p:nvGrpSpPr>
        <p:grpSpPr>
          <a:xfrm>
            <a:off x="1280393" y="1511767"/>
            <a:ext cx="9630427" cy="3895508"/>
            <a:chOff x="1281058" y="1511767"/>
            <a:chExt cx="9635443" cy="3895508"/>
          </a:xfrm>
        </p:grpSpPr>
        <p:sp>
          <p:nvSpPr>
            <p:cNvPr id="58" name="Abstand Rechts // Mitte"/>
            <p:cNvSpPr/>
            <p:nvPr userDrawn="1"/>
          </p:nvSpPr>
          <p:spPr>
            <a:xfrm>
              <a:off x="8931814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9" name="Abstand Links // Mitte"/>
            <p:cNvSpPr/>
            <p:nvPr userDrawn="1"/>
          </p:nvSpPr>
          <p:spPr>
            <a:xfrm>
              <a:off x="1281058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0" name="Abstand Mitte // Mitte"/>
            <p:cNvSpPr/>
            <p:nvPr userDrawn="1"/>
          </p:nvSpPr>
          <p:spPr>
            <a:xfrm>
              <a:off x="5106436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1" name="Abstand Rechts // Mitte"/>
            <p:cNvSpPr/>
            <p:nvPr userDrawn="1"/>
          </p:nvSpPr>
          <p:spPr>
            <a:xfrm>
              <a:off x="10844501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2" name="Abstand Links // Mitte"/>
            <p:cNvSpPr/>
            <p:nvPr userDrawn="1"/>
          </p:nvSpPr>
          <p:spPr>
            <a:xfrm>
              <a:off x="3193747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3" name="Abstand Mitte // Mitte"/>
            <p:cNvSpPr/>
            <p:nvPr userDrawn="1"/>
          </p:nvSpPr>
          <p:spPr>
            <a:xfrm>
              <a:off x="7019125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56" name="Horizontal // grob" hidden="1"/>
          <p:cNvGrpSpPr/>
          <p:nvPr userDrawn="1"/>
        </p:nvGrpSpPr>
        <p:grpSpPr>
          <a:xfrm>
            <a:off x="395880" y="1511300"/>
            <a:ext cx="11399452" cy="3895976"/>
            <a:chOff x="396086" y="1511300"/>
            <a:chExt cx="11405389" cy="3895976"/>
          </a:xfrm>
        </p:grpSpPr>
        <p:sp>
          <p:nvSpPr>
            <p:cNvPr id="25" name="Links // Links"/>
            <p:cNvSpPr/>
            <p:nvPr userDrawn="1"/>
          </p:nvSpPr>
          <p:spPr>
            <a:xfrm>
              <a:off x="396086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6" name="Links // Rechts"/>
            <p:cNvSpPr/>
            <p:nvPr userDrawn="1"/>
          </p:nvSpPr>
          <p:spPr>
            <a:xfrm>
              <a:off x="2309244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7" name="Rechts // Links"/>
            <p:cNvSpPr/>
            <p:nvPr userDrawn="1"/>
          </p:nvSpPr>
          <p:spPr>
            <a:xfrm>
              <a:off x="8048718" y="1511768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8" name="Rechts // Rechts"/>
            <p:cNvSpPr/>
            <p:nvPr userDrawn="1"/>
          </p:nvSpPr>
          <p:spPr>
            <a:xfrm>
              <a:off x="9961875" y="1511768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9" name="Mitte // Links"/>
            <p:cNvSpPr/>
            <p:nvPr userDrawn="1"/>
          </p:nvSpPr>
          <p:spPr>
            <a:xfrm>
              <a:off x="4222402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0" name="Mitte // Rechts"/>
            <p:cNvSpPr/>
            <p:nvPr userDrawn="1"/>
          </p:nvSpPr>
          <p:spPr>
            <a:xfrm>
              <a:off x="6135560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3" name="Links"/>
            <p:cNvSpPr/>
            <p:nvPr userDrawn="1"/>
          </p:nvSpPr>
          <p:spPr>
            <a:xfrm>
              <a:off x="396086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6" name="Mitte"/>
            <p:cNvSpPr/>
            <p:nvPr userDrawn="1"/>
          </p:nvSpPr>
          <p:spPr>
            <a:xfrm>
              <a:off x="4221380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4" name="Rechts"/>
            <p:cNvSpPr/>
            <p:nvPr userDrawn="1"/>
          </p:nvSpPr>
          <p:spPr>
            <a:xfrm>
              <a:off x="8046675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67" name="Abstand Horizontal // grob" hidden="1"/>
          <p:cNvGrpSpPr/>
          <p:nvPr userDrawn="1"/>
        </p:nvGrpSpPr>
        <p:grpSpPr>
          <a:xfrm>
            <a:off x="2235301" y="1511300"/>
            <a:ext cx="7720610" cy="3895508"/>
            <a:chOff x="2236465" y="1511300"/>
            <a:chExt cx="7724631" cy="3895508"/>
          </a:xfrm>
        </p:grpSpPr>
        <p:sp>
          <p:nvSpPr>
            <p:cNvPr id="33" name="Abstand Links"/>
            <p:cNvSpPr/>
            <p:nvPr userDrawn="1"/>
          </p:nvSpPr>
          <p:spPr>
            <a:xfrm>
              <a:off x="4150133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5" name="Abstand Rechts"/>
            <p:cNvSpPr/>
            <p:nvPr userDrawn="1"/>
          </p:nvSpPr>
          <p:spPr>
            <a:xfrm>
              <a:off x="7975427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1" name="Abstand Rechts // Mitte"/>
            <p:cNvSpPr/>
            <p:nvPr userDrawn="1"/>
          </p:nvSpPr>
          <p:spPr>
            <a:xfrm>
              <a:off x="9889096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2" name="Abstand Links // Mitte"/>
            <p:cNvSpPr/>
            <p:nvPr userDrawn="1"/>
          </p:nvSpPr>
          <p:spPr>
            <a:xfrm>
              <a:off x="2236465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3" name="Abstand Mitte // Mitte"/>
            <p:cNvSpPr/>
            <p:nvPr userDrawn="1"/>
          </p:nvSpPr>
          <p:spPr>
            <a:xfrm>
              <a:off x="6062781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99" name="Vertikal" hidden="1"/>
          <p:cNvGrpSpPr/>
          <p:nvPr userDrawn="1"/>
        </p:nvGrpSpPr>
        <p:grpSpPr>
          <a:xfrm>
            <a:off x="395082" y="1511299"/>
            <a:ext cx="11400250" cy="3895976"/>
            <a:chOff x="395287" y="1511299"/>
            <a:chExt cx="11406188" cy="3895976"/>
          </a:xfrm>
        </p:grpSpPr>
        <p:sp>
          <p:nvSpPr>
            <p:cNvPr id="19" name="Oben // Oben"/>
            <p:cNvSpPr/>
            <p:nvPr userDrawn="1"/>
          </p:nvSpPr>
          <p:spPr>
            <a:xfrm>
              <a:off x="396086" y="1511299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0" name="Oben // Unten"/>
            <p:cNvSpPr/>
            <p:nvPr userDrawn="1"/>
          </p:nvSpPr>
          <p:spPr>
            <a:xfrm>
              <a:off x="396086" y="2502758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1" name="Unten // Oben"/>
            <p:cNvSpPr/>
            <p:nvPr userDrawn="1"/>
          </p:nvSpPr>
          <p:spPr>
            <a:xfrm>
              <a:off x="395287" y="3494217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2" name="Unten // Unten"/>
            <p:cNvSpPr/>
            <p:nvPr userDrawn="1"/>
          </p:nvSpPr>
          <p:spPr>
            <a:xfrm>
              <a:off x="396086" y="4485675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16" name="Oben"/>
            <p:cNvSpPr/>
            <p:nvPr userDrawn="1"/>
          </p:nvSpPr>
          <p:spPr>
            <a:xfrm>
              <a:off x="396086" y="1511300"/>
              <a:ext cx="11405389" cy="191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18" name="Unten"/>
            <p:cNvSpPr/>
            <p:nvPr userDrawn="1"/>
          </p:nvSpPr>
          <p:spPr>
            <a:xfrm>
              <a:off x="396086" y="3495675"/>
              <a:ext cx="11405389" cy="191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98" name="Abstand Vertikal" hidden="1"/>
          <p:cNvGrpSpPr/>
          <p:nvPr userDrawn="1"/>
        </p:nvGrpSpPr>
        <p:grpSpPr>
          <a:xfrm>
            <a:off x="395880" y="2431828"/>
            <a:ext cx="11399452" cy="2054918"/>
            <a:chOff x="396086" y="2431828"/>
            <a:chExt cx="11405389" cy="2054918"/>
          </a:xfrm>
        </p:grpSpPr>
        <p:sp>
          <p:nvSpPr>
            <p:cNvPr id="29" name="Abstand Mitte"/>
            <p:cNvSpPr/>
            <p:nvPr userDrawn="1"/>
          </p:nvSpPr>
          <p:spPr>
            <a:xfrm>
              <a:off x="396885" y="3423287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1" name="Abstand Oben // Mitte"/>
            <p:cNvSpPr/>
            <p:nvPr userDrawn="1"/>
          </p:nvSpPr>
          <p:spPr>
            <a:xfrm>
              <a:off x="396086" y="2431828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2" name="Abstand Unten // Mitte"/>
            <p:cNvSpPr/>
            <p:nvPr userDrawn="1"/>
          </p:nvSpPr>
          <p:spPr>
            <a:xfrm>
              <a:off x="396086" y="4414746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sp>
        <p:nvSpPr>
          <p:cNvPr id="83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84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de-DE" noProof="0"/>
              <a:t>Schedule CIVIC Gen20x.i3 | RD/MHC | V3.7 | Stand: 19.05.2022</a:t>
            </a:r>
          </a:p>
        </p:txBody>
      </p:sp>
      <p:sp>
        <p:nvSpPr>
          <p:cNvPr id="85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8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5436002"/>
            <a:ext cx="11406187" cy="9902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  <a:defRPr/>
            </a:lvl7pPr>
            <a:lvl8pPr>
              <a:spcAft>
                <a:spcPts val="0"/>
              </a:spcAft>
              <a:defRPr/>
            </a:lvl8pPr>
            <a:lvl9pPr>
              <a:spcAft>
                <a:spcPts val="0"/>
              </a:spcAft>
              <a:defRPr/>
            </a:lvl9pPr>
          </a:lstStyle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87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96885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88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308466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0" name="Bildplatzhalter 8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95288" y="3495677"/>
            <a:ext cx="3753557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2" name="Bildplatzhalter 8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134151" y="3495677"/>
            <a:ext cx="1843200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4" name="Bildplatzhalter 8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222402" y="3495677"/>
            <a:ext cx="1843200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7" name="Bildplatzhalter 8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046676" y="3495677"/>
            <a:ext cx="3754800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0" name="Bildplatzhalter 8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046677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1" name="Bildplatzhalter 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961876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2" name="Bildplatzhalter 8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222500" y="1511768"/>
            <a:ext cx="37548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3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4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5" name="Textplatzhalter 3"/>
          <p:cNvSpPr>
            <a:spLocks noGrp="1"/>
          </p:cNvSpPr>
          <p:nvPr>
            <p:ph type="body" sz="quarter" idx="3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6" name="Textplatzhalter 7"/>
          <p:cNvSpPr>
            <a:spLocks noGrp="1"/>
          </p:cNvSpPr>
          <p:nvPr>
            <p:ph type="body" sz="quarter" idx="38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</p:spTree>
    <p:extLst>
      <p:ext uri="{BB962C8B-B14F-4D97-AF65-F5344CB8AC3E}">
        <p14:creationId xmlns:p14="http://schemas.microsoft.com/office/powerpoint/2010/main" val="40675205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 mit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"/>
            <a:ext cx="12193200" cy="6858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8" name="Textplatzhalter 3"/>
          <p:cNvSpPr>
            <a:spLocks noGrp="1"/>
          </p:cNvSpPr>
          <p:nvPr>
            <p:ph type="body" sz="quarter" idx="77" hasCustomPrompt="1"/>
          </p:nvPr>
        </p:nvSpPr>
        <p:spPr>
          <a:xfrm>
            <a:off x="4528931" y="366999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14" name="Textplatzhalter 3"/>
          <p:cNvSpPr>
            <a:spLocks noGrp="1"/>
          </p:cNvSpPr>
          <p:nvPr>
            <p:ph type="body" sz="quarter" idx="71" hasCustomPrompt="1"/>
          </p:nvPr>
        </p:nvSpPr>
        <p:spPr>
          <a:xfrm>
            <a:off x="396001" y="1786681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17" name="Textplatzhalter 3"/>
          <p:cNvSpPr>
            <a:spLocks noGrp="1"/>
          </p:cNvSpPr>
          <p:nvPr>
            <p:ph type="body" sz="quarter" idx="72" hasCustomPrompt="1"/>
          </p:nvPr>
        </p:nvSpPr>
        <p:spPr>
          <a:xfrm>
            <a:off x="396001" y="4626044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18" name="Textplatzhalter 3"/>
          <p:cNvSpPr>
            <a:spLocks noGrp="1"/>
          </p:cNvSpPr>
          <p:nvPr>
            <p:ph type="body" sz="quarter" idx="75" hasCustomPrompt="1"/>
          </p:nvPr>
        </p:nvSpPr>
        <p:spPr>
          <a:xfrm>
            <a:off x="396001" y="3206363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19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1" y="366999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0" name="Textplatzhalter 3"/>
          <p:cNvSpPr>
            <a:spLocks noGrp="1"/>
          </p:cNvSpPr>
          <p:nvPr>
            <p:ph type="body" sz="quarter" idx="78" hasCustomPrompt="1"/>
          </p:nvPr>
        </p:nvSpPr>
        <p:spPr>
          <a:xfrm>
            <a:off x="4528931" y="6043658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1" name="Textplatzhalter 3"/>
          <p:cNvSpPr>
            <a:spLocks noGrp="1"/>
          </p:cNvSpPr>
          <p:nvPr>
            <p:ph type="body" sz="quarter" idx="68" hasCustomPrompt="1"/>
          </p:nvPr>
        </p:nvSpPr>
        <p:spPr>
          <a:xfrm>
            <a:off x="396001" y="6045725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2" name="Textplatzhalter 3"/>
          <p:cNvSpPr>
            <a:spLocks noGrp="1"/>
          </p:cNvSpPr>
          <p:nvPr>
            <p:ph type="body" sz="quarter" idx="73" hasCustomPrompt="1"/>
          </p:nvPr>
        </p:nvSpPr>
        <p:spPr>
          <a:xfrm>
            <a:off x="8661861" y="1786164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3" name="Textplatzhalter 3"/>
          <p:cNvSpPr>
            <a:spLocks noGrp="1"/>
          </p:cNvSpPr>
          <p:nvPr>
            <p:ph type="body" sz="quarter" idx="74" hasCustomPrompt="1"/>
          </p:nvPr>
        </p:nvSpPr>
        <p:spPr>
          <a:xfrm>
            <a:off x="8661861" y="4624494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4" name="Textplatzhalter 3"/>
          <p:cNvSpPr>
            <a:spLocks noGrp="1"/>
          </p:cNvSpPr>
          <p:nvPr>
            <p:ph type="body" sz="quarter" idx="76" hasCustomPrompt="1"/>
          </p:nvPr>
        </p:nvSpPr>
        <p:spPr>
          <a:xfrm>
            <a:off x="8661861" y="3205329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5" name="Textplatzhalter 3"/>
          <p:cNvSpPr>
            <a:spLocks noGrp="1"/>
          </p:cNvSpPr>
          <p:nvPr>
            <p:ph type="body" sz="quarter" idx="69" hasCustomPrompt="1"/>
          </p:nvPr>
        </p:nvSpPr>
        <p:spPr>
          <a:xfrm>
            <a:off x="8661861" y="366999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6" name="Textplatzhalter 3"/>
          <p:cNvSpPr>
            <a:spLocks noGrp="1"/>
          </p:cNvSpPr>
          <p:nvPr>
            <p:ph type="body" sz="quarter" idx="70" hasCustomPrompt="1"/>
          </p:nvPr>
        </p:nvSpPr>
        <p:spPr>
          <a:xfrm>
            <a:off x="8661861" y="6043658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7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8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9" name="Textplatzhalter 3"/>
          <p:cNvSpPr>
            <a:spLocks noGrp="1"/>
          </p:cNvSpPr>
          <p:nvPr>
            <p:ph type="body" sz="quarter" idx="7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0170888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Text/Multi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ster" hidden="1"/>
          <p:cNvGrpSpPr/>
          <p:nvPr userDrawn="1"/>
        </p:nvGrpSpPr>
        <p:grpSpPr>
          <a:xfrm>
            <a:off x="-853" y="1"/>
            <a:ext cx="12192855" cy="6858000"/>
            <a:chOff x="-855" y="0"/>
            <a:chExt cx="12199205" cy="6858000"/>
          </a:xfrm>
        </p:grpSpPr>
        <p:sp>
          <p:nvSpPr>
            <p:cNvPr id="24" name="Komplett"/>
            <p:cNvSpPr/>
            <p:nvPr userDrawn="1"/>
          </p:nvSpPr>
          <p:spPr>
            <a:xfrm>
              <a:off x="0" y="822"/>
              <a:ext cx="12198350" cy="6857177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grpSp>
          <p:nvGrpSpPr>
            <p:cNvPr id="2" name="Abstand Horizontal"/>
            <p:cNvGrpSpPr/>
            <p:nvPr userDrawn="1"/>
          </p:nvGrpSpPr>
          <p:grpSpPr>
            <a:xfrm>
              <a:off x="2995458" y="0"/>
              <a:ext cx="6207434" cy="6858000"/>
              <a:chOff x="2995458" y="0"/>
              <a:chExt cx="6207434" cy="6858000"/>
            </a:xfrm>
          </p:grpSpPr>
          <p:sp>
            <p:nvSpPr>
              <p:cNvPr id="28" name="Abstand Links"/>
              <p:cNvSpPr/>
              <p:nvPr userDrawn="1"/>
            </p:nvSpPr>
            <p:spPr>
              <a:xfrm>
                <a:off x="2995458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29" name="Abstand Mitte"/>
              <p:cNvSpPr/>
              <p:nvPr userDrawn="1"/>
            </p:nvSpPr>
            <p:spPr>
              <a:xfrm>
                <a:off x="6063175" y="823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4" name="Abstand Rechts"/>
              <p:cNvSpPr/>
              <p:nvPr userDrawn="1"/>
            </p:nvSpPr>
            <p:spPr>
              <a:xfrm>
                <a:off x="9130892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3" name="Abstand Vertikal"/>
            <p:cNvGrpSpPr/>
            <p:nvPr userDrawn="1"/>
          </p:nvGrpSpPr>
          <p:grpSpPr>
            <a:xfrm>
              <a:off x="0" y="1083600"/>
              <a:ext cx="12198350" cy="4690800"/>
              <a:chOff x="0" y="1083600"/>
              <a:chExt cx="12198350" cy="4690800"/>
            </a:xfrm>
          </p:grpSpPr>
          <p:sp>
            <p:nvSpPr>
              <p:cNvPr id="45" name="Abstand Oben"/>
              <p:cNvSpPr/>
              <p:nvPr userDrawn="1"/>
            </p:nvSpPr>
            <p:spPr>
              <a:xfrm>
                <a:off x="855" y="22383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46" name="Abstand Unten"/>
              <p:cNvSpPr/>
              <p:nvPr userDrawn="1"/>
            </p:nvSpPr>
            <p:spPr>
              <a:xfrm>
                <a:off x="0" y="45477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47" name="Abstand Oben // Mitte"/>
              <p:cNvSpPr/>
              <p:nvPr userDrawn="1"/>
            </p:nvSpPr>
            <p:spPr>
              <a:xfrm>
                <a:off x="0" y="10836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1" name="Abstand Unten // Mitte"/>
              <p:cNvSpPr/>
              <p:nvPr userDrawn="1"/>
            </p:nvSpPr>
            <p:spPr>
              <a:xfrm>
                <a:off x="0" y="57024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" name="Horizontal" hidden="1"/>
            <p:cNvGrpSpPr/>
            <p:nvPr userDrawn="1"/>
          </p:nvGrpSpPr>
          <p:grpSpPr>
            <a:xfrm>
              <a:off x="0" y="0"/>
              <a:ext cx="12198350" cy="6858000"/>
              <a:chOff x="0" y="0"/>
              <a:chExt cx="12198350" cy="6858000"/>
            </a:xfrm>
          </p:grpSpPr>
          <p:sp>
            <p:nvSpPr>
              <p:cNvPr id="25" name="Links"/>
              <p:cNvSpPr/>
              <p:nvPr userDrawn="1"/>
            </p:nvSpPr>
            <p:spPr>
              <a:xfrm>
                <a:off x="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27" name="Rechts"/>
              <p:cNvSpPr/>
              <p:nvPr userDrawn="1"/>
            </p:nvSpPr>
            <p:spPr>
              <a:xfrm>
                <a:off x="613595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0" name="Links // Links"/>
              <p:cNvSpPr/>
              <p:nvPr userDrawn="1"/>
            </p:nvSpPr>
            <p:spPr>
              <a:xfrm>
                <a:off x="0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1" name="Links // Rechts"/>
              <p:cNvSpPr/>
              <p:nvPr userDrawn="1"/>
            </p:nvSpPr>
            <p:spPr>
              <a:xfrm>
                <a:off x="3067717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2" name="Rechts // Links"/>
              <p:cNvSpPr/>
              <p:nvPr userDrawn="1"/>
            </p:nvSpPr>
            <p:spPr>
              <a:xfrm>
                <a:off x="6135434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3" name="Rechts // Rechts"/>
              <p:cNvSpPr/>
              <p:nvPr userDrawn="1"/>
            </p:nvSpPr>
            <p:spPr>
              <a:xfrm>
                <a:off x="9203150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4" name="Vertikal" hidden="1"/>
            <p:cNvGrpSpPr/>
            <p:nvPr userDrawn="1"/>
          </p:nvGrpSpPr>
          <p:grpSpPr>
            <a:xfrm>
              <a:off x="-855" y="0"/>
              <a:ext cx="12199205" cy="6858000"/>
              <a:chOff x="-855" y="0"/>
              <a:chExt cx="12199205" cy="6858000"/>
            </a:xfrm>
          </p:grpSpPr>
          <p:sp>
            <p:nvSpPr>
              <p:cNvPr id="42" name="Oben"/>
              <p:cNvSpPr/>
              <p:nvPr userDrawn="1"/>
            </p:nvSpPr>
            <p:spPr>
              <a:xfrm>
                <a:off x="0" y="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43" name="Mitte"/>
              <p:cNvSpPr/>
              <p:nvPr userDrawn="1"/>
            </p:nvSpPr>
            <p:spPr>
              <a:xfrm>
                <a:off x="0" y="23094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44" name="Unten"/>
              <p:cNvSpPr/>
              <p:nvPr userDrawn="1"/>
            </p:nvSpPr>
            <p:spPr>
              <a:xfrm>
                <a:off x="0" y="46188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57" name="Oben // Oben"/>
              <p:cNvSpPr/>
              <p:nvPr userDrawn="1"/>
            </p:nvSpPr>
            <p:spPr>
              <a:xfrm>
                <a:off x="0" y="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58" name="Oben // Unten"/>
              <p:cNvSpPr/>
              <p:nvPr userDrawn="1"/>
            </p:nvSpPr>
            <p:spPr>
              <a:xfrm>
                <a:off x="0" y="11556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59" name="Unten // Oben"/>
              <p:cNvSpPr/>
              <p:nvPr userDrawn="1"/>
            </p:nvSpPr>
            <p:spPr>
              <a:xfrm>
                <a:off x="-855" y="46188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0" name="Unten // Unten"/>
              <p:cNvSpPr/>
              <p:nvPr userDrawn="1"/>
            </p:nvSpPr>
            <p:spPr>
              <a:xfrm>
                <a:off x="0" y="57744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</p:grpSp>
      <p:sp>
        <p:nvSpPr>
          <p:cNvPr id="105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4619700"/>
            <a:ext cx="6062917" cy="2239123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6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-824"/>
            <a:ext cx="2995201" cy="6858824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7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175" y="0"/>
            <a:ext cx="2995717" cy="1083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8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175" y="1155600"/>
            <a:ext cx="2995717" cy="33921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9" name="Bildplatzhalter 8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175" y="4619700"/>
            <a:ext cx="2995459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10" name="Titel 6"/>
          <p:cNvSpPr>
            <a:spLocks noGrp="1"/>
          </p:cNvSpPr>
          <p:nvPr>
            <p:ph type="title" hasCustomPrompt="1"/>
          </p:nvPr>
        </p:nvSpPr>
        <p:spPr bwMode="black">
          <a:xfrm>
            <a:off x="395290" y="368300"/>
            <a:ext cx="5508000" cy="10083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Headline zweizeilig in CorpoA (Überschriften) 30 pt. </a:t>
            </a:r>
          </a:p>
        </p:txBody>
      </p:sp>
      <p:sp>
        <p:nvSpPr>
          <p:cNvPr id="111" name="Textplatzhalter 13"/>
          <p:cNvSpPr>
            <a:spLocks noGrp="1"/>
          </p:cNvSpPr>
          <p:nvPr>
            <p:ph type="body" sz="quarter" idx="20" hasCustomPrompt="1"/>
          </p:nvPr>
        </p:nvSpPr>
        <p:spPr bwMode="black">
          <a:xfrm>
            <a:off x="395289" y="1512000"/>
            <a:ext cx="5508000" cy="29493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5"/>
            <a:r>
              <a:rPr lang="de-DE" noProof="0"/>
              <a:t>Fünfte Ebene</a:t>
            </a:r>
          </a:p>
        </p:txBody>
      </p:sp>
      <p:sp>
        <p:nvSpPr>
          <p:cNvPr id="112" name="Textplatzhalter 7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13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14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15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913180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s //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Raster" hidden="1"/>
          <p:cNvGrpSpPr/>
          <p:nvPr userDrawn="1"/>
        </p:nvGrpSpPr>
        <p:grpSpPr>
          <a:xfrm>
            <a:off x="-853" y="1"/>
            <a:ext cx="12192855" cy="6858000"/>
            <a:chOff x="-855" y="0"/>
            <a:chExt cx="12199205" cy="6858000"/>
          </a:xfrm>
        </p:grpSpPr>
        <p:sp>
          <p:nvSpPr>
            <p:cNvPr id="51" name="Komplett"/>
            <p:cNvSpPr/>
            <p:nvPr userDrawn="1"/>
          </p:nvSpPr>
          <p:spPr>
            <a:xfrm>
              <a:off x="0" y="822"/>
              <a:ext cx="12198350" cy="6857177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grpSp>
          <p:nvGrpSpPr>
            <p:cNvPr id="52" name="Abstand Horizontal" hidden="1"/>
            <p:cNvGrpSpPr/>
            <p:nvPr userDrawn="1"/>
          </p:nvGrpSpPr>
          <p:grpSpPr>
            <a:xfrm>
              <a:off x="2995458" y="0"/>
              <a:ext cx="6207434" cy="6858000"/>
              <a:chOff x="2995458" y="0"/>
              <a:chExt cx="6207434" cy="6858000"/>
            </a:xfrm>
          </p:grpSpPr>
          <p:sp>
            <p:nvSpPr>
              <p:cNvPr id="105" name="Abstand Links"/>
              <p:cNvSpPr/>
              <p:nvPr userDrawn="1"/>
            </p:nvSpPr>
            <p:spPr>
              <a:xfrm>
                <a:off x="2995458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6" name="Abstand Mitte"/>
              <p:cNvSpPr/>
              <p:nvPr userDrawn="1"/>
            </p:nvSpPr>
            <p:spPr>
              <a:xfrm>
                <a:off x="6063175" y="823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7" name="Abstand Rechts"/>
              <p:cNvSpPr/>
              <p:nvPr userDrawn="1"/>
            </p:nvSpPr>
            <p:spPr>
              <a:xfrm>
                <a:off x="9130892" y="823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3" name="Abstand Vertikal" hidden="1"/>
            <p:cNvGrpSpPr/>
            <p:nvPr userDrawn="1"/>
          </p:nvGrpSpPr>
          <p:grpSpPr>
            <a:xfrm>
              <a:off x="0" y="1083600"/>
              <a:ext cx="12198350" cy="4690800"/>
              <a:chOff x="0" y="1083600"/>
              <a:chExt cx="12198350" cy="4690800"/>
            </a:xfrm>
          </p:grpSpPr>
          <p:sp>
            <p:nvSpPr>
              <p:cNvPr id="101" name="Abstand Oben"/>
              <p:cNvSpPr/>
              <p:nvPr userDrawn="1"/>
            </p:nvSpPr>
            <p:spPr>
              <a:xfrm>
                <a:off x="855" y="22383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2" name="Abstand Unten"/>
              <p:cNvSpPr/>
              <p:nvPr userDrawn="1"/>
            </p:nvSpPr>
            <p:spPr>
              <a:xfrm>
                <a:off x="0" y="45477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3" name="Abstand Oben // Mitte"/>
              <p:cNvSpPr/>
              <p:nvPr userDrawn="1"/>
            </p:nvSpPr>
            <p:spPr>
              <a:xfrm>
                <a:off x="0" y="10836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4" name="Abstand Unten // Mitte"/>
              <p:cNvSpPr/>
              <p:nvPr userDrawn="1"/>
            </p:nvSpPr>
            <p:spPr>
              <a:xfrm>
                <a:off x="0" y="57024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4" name="Horizontal" hidden="1"/>
            <p:cNvGrpSpPr/>
            <p:nvPr userDrawn="1"/>
          </p:nvGrpSpPr>
          <p:grpSpPr>
            <a:xfrm>
              <a:off x="0" y="0"/>
              <a:ext cx="12198350" cy="6858000"/>
              <a:chOff x="0" y="0"/>
              <a:chExt cx="12198350" cy="6858000"/>
            </a:xfrm>
          </p:grpSpPr>
          <p:sp>
            <p:nvSpPr>
              <p:cNvPr id="95" name="Links"/>
              <p:cNvSpPr/>
              <p:nvPr userDrawn="1"/>
            </p:nvSpPr>
            <p:spPr>
              <a:xfrm>
                <a:off x="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6" name="Rechts"/>
              <p:cNvSpPr/>
              <p:nvPr userDrawn="1"/>
            </p:nvSpPr>
            <p:spPr>
              <a:xfrm>
                <a:off x="613595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7" name="Links // Links"/>
              <p:cNvSpPr/>
              <p:nvPr userDrawn="1"/>
            </p:nvSpPr>
            <p:spPr>
              <a:xfrm>
                <a:off x="0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8" name="Links // Rechts"/>
              <p:cNvSpPr/>
              <p:nvPr userDrawn="1"/>
            </p:nvSpPr>
            <p:spPr>
              <a:xfrm>
                <a:off x="3067717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9" name="Rechts // Links"/>
              <p:cNvSpPr/>
              <p:nvPr userDrawn="1"/>
            </p:nvSpPr>
            <p:spPr>
              <a:xfrm>
                <a:off x="6135434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0" name="Rechts // Rechts"/>
              <p:cNvSpPr/>
              <p:nvPr userDrawn="1"/>
            </p:nvSpPr>
            <p:spPr>
              <a:xfrm>
                <a:off x="9203150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5" name="Vertikal" hidden="1"/>
            <p:cNvGrpSpPr/>
            <p:nvPr userDrawn="1"/>
          </p:nvGrpSpPr>
          <p:grpSpPr>
            <a:xfrm>
              <a:off x="-855" y="0"/>
              <a:ext cx="12199205" cy="6858000"/>
              <a:chOff x="-855" y="0"/>
              <a:chExt cx="12199205" cy="6858000"/>
            </a:xfrm>
          </p:grpSpPr>
          <p:sp>
            <p:nvSpPr>
              <p:cNvPr id="56" name="Oben"/>
              <p:cNvSpPr/>
              <p:nvPr userDrawn="1"/>
            </p:nvSpPr>
            <p:spPr>
              <a:xfrm>
                <a:off x="0" y="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2" name="Mitte"/>
              <p:cNvSpPr/>
              <p:nvPr userDrawn="1"/>
            </p:nvSpPr>
            <p:spPr>
              <a:xfrm>
                <a:off x="0" y="23094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4" name="Unten"/>
              <p:cNvSpPr/>
              <p:nvPr userDrawn="1"/>
            </p:nvSpPr>
            <p:spPr>
              <a:xfrm>
                <a:off x="0" y="46188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6" name="Oben // Oben"/>
              <p:cNvSpPr/>
              <p:nvPr userDrawn="1"/>
            </p:nvSpPr>
            <p:spPr>
              <a:xfrm>
                <a:off x="0" y="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2" name="Oben // Unten"/>
              <p:cNvSpPr/>
              <p:nvPr userDrawn="1"/>
            </p:nvSpPr>
            <p:spPr>
              <a:xfrm>
                <a:off x="0" y="11556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3" name="Unten // Oben"/>
              <p:cNvSpPr/>
              <p:nvPr userDrawn="1"/>
            </p:nvSpPr>
            <p:spPr>
              <a:xfrm>
                <a:off x="-855" y="46188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4" name="Unten // Unten"/>
              <p:cNvSpPr/>
              <p:nvPr userDrawn="1"/>
            </p:nvSpPr>
            <p:spPr>
              <a:xfrm>
                <a:off x="0" y="57744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</p:grpSp>
      <p:sp>
        <p:nvSpPr>
          <p:cNvPr id="119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2310301"/>
            <a:ext cx="6062400" cy="45477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0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6062400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1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0"/>
            <a:ext cx="2995201" cy="685800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2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175" y="5774400"/>
            <a:ext cx="2995717" cy="1083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3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175" y="2309400"/>
            <a:ext cx="2995717" cy="3393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4" name="Bildplatzhalter 8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175" y="0"/>
            <a:ext cx="2995717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184059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s //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Raster" hidden="1"/>
          <p:cNvGrpSpPr/>
          <p:nvPr userDrawn="1"/>
        </p:nvGrpSpPr>
        <p:grpSpPr>
          <a:xfrm>
            <a:off x="-853" y="1"/>
            <a:ext cx="12192855" cy="6858000"/>
            <a:chOff x="-855" y="0"/>
            <a:chExt cx="12199205" cy="6858000"/>
          </a:xfrm>
        </p:grpSpPr>
        <p:sp>
          <p:nvSpPr>
            <p:cNvPr id="52" name="Komplett"/>
            <p:cNvSpPr/>
            <p:nvPr userDrawn="1"/>
          </p:nvSpPr>
          <p:spPr>
            <a:xfrm>
              <a:off x="0" y="822"/>
              <a:ext cx="12198350" cy="6857177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grpSp>
          <p:nvGrpSpPr>
            <p:cNvPr id="53" name="Abstand Horizontal" hidden="1"/>
            <p:cNvGrpSpPr/>
            <p:nvPr userDrawn="1"/>
          </p:nvGrpSpPr>
          <p:grpSpPr>
            <a:xfrm>
              <a:off x="2995458" y="0"/>
              <a:ext cx="6207434" cy="6858000"/>
              <a:chOff x="2995458" y="0"/>
              <a:chExt cx="6207434" cy="6858000"/>
            </a:xfrm>
          </p:grpSpPr>
          <p:sp>
            <p:nvSpPr>
              <p:cNvPr id="105" name="Abstand Links"/>
              <p:cNvSpPr/>
              <p:nvPr userDrawn="1"/>
            </p:nvSpPr>
            <p:spPr>
              <a:xfrm>
                <a:off x="2995458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6" name="Abstand Mitte"/>
              <p:cNvSpPr/>
              <p:nvPr userDrawn="1"/>
            </p:nvSpPr>
            <p:spPr>
              <a:xfrm>
                <a:off x="6063175" y="823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7" name="Abstand Rechts"/>
              <p:cNvSpPr/>
              <p:nvPr userDrawn="1"/>
            </p:nvSpPr>
            <p:spPr>
              <a:xfrm>
                <a:off x="9130892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4" name="Abstand Vertikal" hidden="1"/>
            <p:cNvGrpSpPr/>
            <p:nvPr userDrawn="1"/>
          </p:nvGrpSpPr>
          <p:grpSpPr>
            <a:xfrm>
              <a:off x="0" y="1083600"/>
              <a:ext cx="12198350" cy="4690800"/>
              <a:chOff x="0" y="1083600"/>
              <a:chExt cx="12198350" cy="4690800"/>
            </a:xfrm>
          </p:grpSpPr>
          <p:sp>
            <p:nvSpPr>
              <p:cNvPr id="101" name="Abstand Oben"/>
              <p:cNvSpPr/>
              <p:nvPr userDrawn="1"/>
            </p:nvSpPr>
            <p:spPr>
              <a:xfrm>
                <a:off x="855" y="22383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2" name="Abstand Unten"/>
              <p:cNvSpPr/>
              <p:nvPr userDrawn="1"/>
            </p:nvSpPr>
            <p:spPr>
              <a:xfrm>
                <a:off x="0" y="45477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3" name="Abstand Oben // Mitte"/>
              <p:cNvSpPr/>
              <p:nvPr userDrawn="1"/>
            </p:nvSpPr>
            <p:spPr>
              <a:xfrm>
                <a:off x="0" y="10836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4" name="Abstand Unten // Mitte"/>
              <p:cNvSpPr/>
              <p:nvPr userDrawn="1"/>
            </p:nvSpPr>
            <p:spPr>
              <a:xfrm>
                <a:off x="0" y="57024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5" name="Horizontal" hidden="1"/>
            <p:cNvGrpSpPr/>
            <p:nvPr userDrawn="1"/>
          </p:nvGrpSpPr>
          <p:grpSpPr>
            <a:xfrm>
              <a:off x="0" y="0"/>
              <a:ext cx="12198350" cy="6858000"/>
              <a:chOff x="0" y="0"/>
              <a:chExt cx="12198350" cy="6858000"/>
            </a:xfrm>
          </p:grpSpPr>
          <p:sp>
            <p:nvSpPr>
              <p:cNvPr id="95" name="Links"/>
              <p:cNvSpPr/>
              <p:nvPr userDrawn="1"/>
            </p:nvSpPr>
            <p:spPr>
              <a:xfrm>
                <a:off x="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6" name="Rechts"/>
              <p:cNvSpPr/>
              <p:nvPr userDrawn="1"/>
            </p:nvSpPr>
            <p:spPr>
              <a:xfrm>
                <a:off x="613595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7" name="Links // Links"/>
              <p:cNvSpPr/>
              <p:nvPr userDrawn="1"/>
            </p:nvSpPr>
            <p:spPr>
              <a:xfrm>
                <a:off x="0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8" name="Links // Rechts"/>
              <p:cNvSpPr/>
              <p:nvPr userDrawn="1"/>
            </p:nvSpPr>
            <p:spPr>
              <a:xfrm>
                <a:off x="3067717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9" name="Rechts // Links"/>
              <p:cNvSpPr/>
              <p:nvPr userDrawn="1"/>
            </p:nvSpPr>
            <p:spPr>
              <a:xfrm>
                <a:off x="6135434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0" name="Rechts // Rechts"/>
              <p:cNvSpPr/>
              <p:nvPr userDrawn="1"/>
            </p:nvSpPr>
            <p:spPr>
              <a:xfrm>
                <a:off x="9203150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6" name="Vertikal" hidden="1"/>
            <p:cNvGrpSpPr/>
            <p:nvPr userDrawn="1"/>
          </p:nvGrpSpPr>
          <p:grpSpPr>
            <a:xfrm>
              <a:off x="-855" y="0"/>
              <a:ext cx="12199205" cy="6858000"/>
              <a:chOff x="-855" y="0"/>
              <a:chExt cx="12199205" cy="6858000"/>
            </a:xfrm>
          </p:grpSpPr>
          <p:sp>
            <p:nvSpPr>
              <p:cNvPr id="62" name="Oben"/>
              <p:cNvSpPr/>
              <p:nvPr userDrawn="1"/>
            </p:nvSpPr>
            <p:spPr>
              <a:xfrm>
                <a:off x="0" y="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4" name="Mitte"/>
              <p:cNvSpPr/>
              <p:nvPr userDrawn="1"/>
            </p:nvSpPr>
            <p:spPr>
              <a:xfrm>
                <a:off x="0" y="23094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6" name="Unten"/>
              <p:cNvSpPr/>
              <p:nvPr userDrawn="1"/>
            </p:nvSpPr>
            <p:spPr>
              <a:xfrm>
                <a:off x="0" y="46188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7" name="Oben // Oben"/>
              <p:cNvSpPr/>
              <p:nvPr userDrawn="1"/>
            </p:nvSpPr>
            <p:spPr>
              <a:xfrm>
                <a:off x="0" y="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8" name="Oben // Unten"/>
              <p:cNvSpPr/>
              <p:nvPr userDrawn="1"/>
            </p:nvSpPr>
            <p:spPr>
              <a:xfrm>
                <a:off x="0" y="11556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3" name="Unten // Oben"/>
              <p:cNvSpPr/>
              <p:nvPr userDrawn="1"/>
            </p:nvSpPr>
            <p:spPr>
              <a:xfrm>
                <a:off x="-855" y="46188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4" name="Unten // Unten"/>
              <p:cNvSpPr/>
              <p:nvPr userDrawn="1"/>
            </p:nvSpPr>
            <p:spPr>
              <a:xfrm>
                <a:off x="0" y="57744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</p:grpSp>
      <p:sp>
        <p:nvSpPr>
          <p:cNvPr id="120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-1"/>
            <a:ext cx="6062400" cy="685800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1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0"/>
            <a:ext cx="2995201" cy="1083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2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951" y="5774400"/>
            <a:ext cx="2994942" cy="1083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3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951" y="2309400"/>
            <a:ext cx="2994942" cy="3393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4" name="Bildplatzhalter 8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951" y="0"/>
            <a:ext cx="2994684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5" name="Bildplatzhalter 8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203151" y="1155600"/>
            <a:ext cx="2995199" cy="33921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6" name="Bildplatzhalter 8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203151" y="4619700"/>
            <a:ext cx="2995199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9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6059208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"/>
            <a:ext cx="12193200" cy="6858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5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540000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 noProof="0"/>
              <a:t>Optionale Headline einzeilig in CorpoA (Überschriften) 30 pt. </a:t>
            </a:r>
          </a:p>
        </p:txBody>
      </p:sp>
      <p:sp>
        <p:nvSpPr>
          <p:cNvPr id="4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310552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black">
          <a:xfrm>
            <a:off x="0" y="0"/>
            <a:ext cx="12196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 noProof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" y="0"/>
            <a:ext cx="121935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395287" y="3848402"/>
            <a:ext cx="8928000" cy="1044000"/>
          </a:xfrm>
        </p:spPr>
        <p:txBody>
          <a:bodyPr/>
          <a:lstStyle>
            <a:lvl1pPr>
              <a:lnSpc>
                <a:spcPts val="3999"/>
              </a:lnSpc>
              <a:defRPr sz="3000"/>
            </a:lvl1pPr>
          </a:lstStyle>
          <a:p>
            <a:r>
              <a:rPr lang="de-DE" noProof="0"/>
              <a:t>Präsentationstitel 30 pt über eine Zeile.</a:t>
            </a:r>
            <a:br>
              <a:rPr lang="de-DE" noProof="0"/>
            </a:br>
            <a:r>
              <a:rPr lang="de-DE" noProof="0"/>
              <a:t>Zweite Zeile möglich.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96000" y="4932000"/>
            <a:ext cx="8928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noProof="0"/>
              <a:t>Zusatztext zur Präsentation 15 pt </a:t>
            </a:r>
            <a:br>
              <a:rPr lang="de-DE" noProof="0"/>
            </a:br>
            <a:r>
              <a:rPr lang="de-DE" noProof="0"/>
              <a:t>Referent, Abteilung, Ort, Datum</a:t>
            </a:r>
          </a:p>
        </p:txBody>
      </p:sp>
      <p:sp>
        <p:nvSpPr>
          <p:cNvPr id="16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12193200" cy="3405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9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grpSp>
        <p:nvGrpSpPr>
          <p:cNvPr id="10" name="Gruppieren 9"/>
          <p:cNvGrpSpPr/>
          <p:nvPr userDrawn="1"/>
        </p:nvGrpSpPr>
        <p:grpSpPr>
          <a:xfrm>
            <a:off x="-2088000" y="-468001"/>
            <a:ext cx="13875807" cy="7805374"/>
            <a:chOff x="-2088000" y="-468001"/>
            <a:chExt cx="13875807" cy="7805374"/>
          </a:xfrm>
        </p:grpSpPr>
        <p:sp>
          <p:nvSpPr>
            <p:cNvPr id="11" name="Folie Wechsel/Zurücksetzen/Textebenen"/>
            <p:cNvSpPr txBox="1"/>
            <p:nvPr userDrawn="1"/>
          </p:nvSpPr>
          <p:spPr>
            <a:xfrm rot="10800000" flipH="1" flipV="1">
              <a:off x="-2088000" y="1547999"/>
              <a:ext cx="1980000" cy="19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Folie in Ursprungsform 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bringen über Menu: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Folien // Zurücksetzen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des Folienlayouts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im Menü über: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Folien // Layout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der Textebene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im Menü über: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Absatz // Listenebene erhöhen/verringern</a:t>
              </a:r>
            </a:p>
          </p:txBody>
        </p:sp>
        <p:sp>
          <p:nvSpPr>
            <p:cNvPr id="13" name="Design wechsel"/>
            <p:cNvSpPr txBox="1"/>
            <p:nvPr userDrawn="1"/>
          </p:nvSpPr>
          <p:spPr>
            <a:xfrm rot="10800000" flipH="1" flipV="1">
              <a:off x="-2088000" y="403199"/>
              <a:ext cx="1980000" cy="90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zwischen weißem und schwarzem Folienlayout über Menü: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Entwurf // Designs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(Rechtsklick: </a:t>
              </a:r>
              <a:r>
                <a:rPr lang="de-DE" sz="1000" b="0" i="1" baseline="0" noProof="0">
                  <a:solidFill>
                    <a:schemeClr val="accent5"/>
                  </a:solidFill>
                  <a:latin typeface="+mn-lt"/>
                </a:rPr>
                <a:t>Für alle Folien </a:t>
              </a: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oder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i="1" baseline="0" noProof="0">
                  <a:solidFill>
                    <a:schemeClr val="accent5"/>
                  </a:solidFill>
                  <a:latin typeface="+mn-lt"/>
                </a:rPr>
                <a:t>Für ausgewählte Folien </a:t>
              </a: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übernehmen)</a:t>
              </a:r>
            </a:p>
          </p:txBody>
        </p:sp>
        <p:pic>
          <p:nvPicPr>
            <p:cNvPr id="20" name="Listenebene erhöhen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5200" y="3563999"/>
              <a:ext cx="635538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Listenebene verringern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5200" y="4031999"/>
              <a:ext cx="635538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 // Listenebene erhöhen"/>
            <p:cNvSpPr txBox="1"/>
            <p:nvPr userDrawn="1"/>
          </p:nvSpPr>
          <p:spPr>
            <a:xfrm>
              <a:off x="-1548000" y="3563999"/>
              <a:ext cx="720000" cy="32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23" name="Text // Listenebene verringern"/>
            <p:cNvSpPr txBox="1"/>
            <p:nvPr userDrawn="1"/>
          </p:nvSpPr>
          <p:spPr>
            <a:xfrm>
              <a:off x="-1548000" y="4031999"/>
              <a:ext cx="720000" cy="32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verringern</a:t>
              </a:r>
            </a:p>
          </p:txBody>
        </p:sp>
        <p:pic>
          <p:nvPicPr>
            <p:cNvPr id="24" name="Entwurfsvorlagen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32000" y="-432001"/>
              <a:ext cx="1224000" cy="746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Hilfslinien"/>
            <p:cNvSpPr txBox="1"/>
            <p:nvPr userDrawn="1"/>
          </p:nvSpPr>
          <p:spPr>
            <a:xfrm rot="10800000" flipH="1" flipV="1">
              <a:off x="432775" y="-468001"/>
              <a:ext cx="5090336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Ansicht // Anzeigen // Haken bei Führungslinien setzen</a:t>
              </a:r>
            </a:p>
          </p:txBody>
        </p:sp>
        <p:sp>
          <p:nvSpPr>
            <p:cNvPr id="26" name="Hilfslinien"/>
            <p:cNvSpPr txBox="1"/>
            <p:nvPr userDrawn="1"/>
          </p:nvSpPr>
          <p:spPr>
            <a:xfrm rot="10800000" flipH="1" flipV="1">
              <a:off x="7107287" y="-468000"/>
              <a:ext cx="468052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Reservierte Bereiche für Stempel oder Icons</a:t>
              </a:r>
            </a:p>
          </p:txBody>
        </p:sp>
        <p:sp>
          <p:nvSpPr>
            <p:cNvPr id="27" name="Fußzeile"/>
            <p:cNvSpPr txBox="1"/>
            <p:nvPr userDrawn="1"/>
          </p:nvSpPr>
          <p:spPr>
            <a:xfrm rot="10800000" flipH="1" flipV="1">
              <a:off x="432775" y="6977373"/>
              <a:ext cx="10993626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Fußzeile pro Folie oder für alle/mehrere anpassen über Menü: Einfügen // Text //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04761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 headline on two lines als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Headline for content page in CorpoA Regular 30 pt on two lines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Text slides are in CorpoS Regular, 20 pt.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5"/>
          </p:nvPr>
        </p:nvSpPr>
        <p:spPr>
          <a:xfrm>
            <a:off x="6552021" y="6533977"/>
            <a:ext cx="799956" cy="323841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de-DE">
              <a:solidFill>
                <a:prstClr val="black"/>
              </a:solidFill>
            </a:endParaRPr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lang="en-GB" sz="1200" smtClean="0">
                <a:effectLst/>
              </a:defRPr>
            </a:lvl1pPr>
          </a:lstStyle>
          <a:p>
            <a:r>
              <a:rPr lang="de-DE">
                <a:solidFill>
                  <a:prstClr val="black"/>
                </a:solidFill>
              </a:rPr>
              <a:t>Schedule CIVIC Gen20x.i3 | RD/MHC | V3.7 | Stand: 19.05.2022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8BD4307-8E25-4063-B042-91C9BB9E4C20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" name="Textplatzhalter 4"/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418273" y="161181"/>
            <a:ext cx="7416600" cy="228593"/>
          </a:xfrm>
        </p:spPr>
        <p:txBody>
          <a:bodyPr>
            <a:noAutofit/>
          </a:bodyPr>
          <a:lstStyle>
            <a:lvl1pPr marL="0" indent="0">
              <a:buFont typeface="Arial" pitchFamily="34" charset="0"/>
              <a:buNone/>
              <a:defRPr sz="1300"/>
            </a:lvl1pPr>
            <a:lvl2pPr marL="0" indent="0">
              <a:buNone/>
              <a:defRPr sz="1600"/>
            </a:lvl2pPr>
            <a:lvl3pPr marL="0" indent="0">
              <a:buNone/>
              <a:defRPr sz="1600"/>
            </a:lvl3pPr>
            <a:lvl4pPr marL="0" indent="0">
              <a:buNone/>
              <a:defRPr sz="1600"/>
            </a:lvl4pPr>
            <a:lvl5pPr marL="0" indent="0">
              <a:buNone/>
              <a:defRPr sz="1600"/>
            </a:lvl5pPr>
            <a:lvl6pPr marL="0" indent="0">
              <a:buNone/>
              <a:defRPr sz="1600"/>
            </a:lvl6pPr>
            <a:lvl7pPr marL="0" indent="0">
              <a:buNone/>
              <a:defRPr sz="1600"/>
            </a:lvl7pPr>
            <a:lvl8pPr marL="0" indent="0">
              <a:buNone/>
              <a:defRPr sz="1600"/>
            </a:lvl8pPr>
            <a:lvl9pPr marL="0" indent="0">
              <a:buNone/>
              <a:defRPr sz="16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785270" y="76198"/>
            <a:ext cx="1988461" cy="323841"/>
          </a:xfrm>
          <a:noFill/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itchFamily="34" charset="0"/>
              <a:buNone/>
              <a:defRPr sz="7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2pPr>
            <a:lvl3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3pPr>
            <a:lvl4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4pPr>
            <a:lvl5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5pPr>
            <a:lvl6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6pPr>
            <a:lvl7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7pPr>
            <a:lvl8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8pPr>
            <a:lvl9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23" hasCustomPrompt="1"/>
          </p:nvPr>
        </p:nvSpPr>
        <p:spPr>
          <a:xfrm>
            <a:off x="7713863" y="76198"/>
            <a:ext cx="1988461" cy="323841"/>
          </a:xfrm>
          <a:noFill/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itchFamily="34" charset="0"/>
              <a:buNone/>
              <a:defRPr sz="7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2pPr>
            <a:lvl3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3pPr>
            <a:lvl4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4pPr>
            <a:lvl5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5pPr>
            <a:lvl6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6pPr>
            <a:lvl7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7pPr>
            <a:lvl8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8pPr>
            <a:lvl9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019246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16" imgH="216" progId="TCLayout.ActiveDocument.1">
                  <p:embed/>
                </p:oleObj>
              </mc:Choice>
              <mc:Fallback>
                <p:oleObj name="think-cell Slide" r:id="rId4" imgW="216" imgH="216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0" i="0" baseline="0">
              <a:solidFill>
                <a:srgbClr val="FFFFFF"/>
              </a:solidFill>
              <a:latin typeface="CorpoS" pitchFamily="2" charset="0"/>
              <a:ea typeface="+mj-ea"/>
              <a:cs typeface="+mj-cs"/>
              <a:sym typeface="CorpoS" pitchFamily="2" charset="0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81" y="151202"/>
            <a:ext cx="5505133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199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69570" y="0"/>
            <a:ext cx="935513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</a:t>
            </a:r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0643" y="0"/>
            <a:ext cx="1871026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3631" y="0"/>
            <a:ext cx="1871026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</a:t>
            </a:r>
          </a:p>
        </p:txBody>
      </p:sp>
      <p:sp>
        <p:nvSpPr>
          <p:cNvPr id="11" name="Titel 142"/>
          <p:cNvSpPr>
            <a:spLocks noGrp="1"/>
          </p:cNvSpPr>
          <p:nvPr>
            <p:ph type="title" hasCustomPrompt="1"/>
          </p:nvPr>
        </p:nvSpPr>
        <p:spPr>
          <a:xfrm>
            <a:off x="548952" y="398169"/>
            <a:ext cx="10515600" cy="509275"/>
          </a:xfrm>
          <a:prstGeom prst="rect">
            <a:avLst/>
          </a:prstGeom>
        </p:spPr>
        <p:txBody>
          <a:bodyPr/>
          <a:lstStyle>
            <a:lvl1pPr>
              <a:defRPr sz="3200" baseline="0">
                <a:latin typeface="+mn-lt"/>
              </a:defRPr>
            </a:lvl1pPr>
          </a:lstStyle>
          <a:p>
            <a:r>
              <a:rPr lang="de-DE"/>
              <a:t>Headline </a:t>
            </a:r>
            <a:r>
              <a:rPr lang="de-DE" err="1"/>
              <a:t>CorpoS</a:t>
            </a:r>
            <a:r>
              <a:rPr lang="de-DE"/>
              <a:t> (32 </a:t>
            </a:r>
            <a:r>
              <a:rPr lang="de-DE" err="1"/>
              <a:t>pt</a:t>
            </a:r>
            <a:r>
              <a:rPr lang="de-DE"/>
              <a:t>.)</a:t>
            </a:r>
          </a:p>
        </p:txBody>
      </p:sp>
      <p:sp>
        <p:nvSpPr>
          <p:cNvPr id="12" name="Textplatzhalter 147"/>
          <p:cNvSpPr>
            <a:spLocks noGrp="1"/>
          </p:cNvSpPr>
          <p:nvPr>
            <p:ph type="body" sz="quarter" idx="23" hasCustomPrompt="1"/>
          </p:nvPr>
        </p:nvSpPr>
        <p:spPr>
          <a:xfrm>
            <a:off x="548952" y="934137"/>
            <a:ext cx="8919081" cy="414228"/>
          </a:xfrm>
        </p:spPr>
        <p:txBody>
          <a:bodyPr/>
          <a:lstStyle>
            <a:lvl1pPr>
              <a:defRPr sz="2400" baseline="0">
                <a:latin typeface="+mn-lt"/>
              </a:defRPr>
            </a:lvl1pPr>
          </a:lstStyle>
          <a:p>
            <a:r>
              <a:rPr lang="de-DE" err="1"/>
              <a:t>Subheading</a:t>
            </a:r>
            <a:r>
              <a:rPr lang="de-DE"/>
              <a:t> </a:t>
            </a:r>
            <a:r>
              <a:rPr lang="de-DE" err="1"/>
              <a:t>CorpoS</a:t>
            </a:r>
            <a:r>
              <a:rPr lang="de-DE"/>
              <a:t> (24 </a:t>
            </a:r>
            <a:r>
              <a:rPr lang="de-DE" err="1"/>
              <a:t>pt</a:t>
            </a:r>
            <a:r>
              <a:rPr lang="de-DE"/>
              <a:t>.)</a:t>
            </a:r>
          </a:p>
        </p:txBody>
      </p:sp>
      <p:cxnSp>
        <p:nvCxnSpPr>
          <p:cNvPr id="13" name="Gerader Verbinder 12"/>
          <p:cNvCxnSpPr/>
          <p:nvPr userDrawn="1"/>
        </p:nvCxnSpPr>
        <p:spPr>
          <a:xfrm>
            <a:off x="407368" y="6525344"/>
            <a:ext cx="1141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287688" y="6552000"/>
            <a:ext cx="7848000" cy="306000"/>
          </a:xfrm>
        </p:spPr>
        <p:txBody>
          <a:bodyPr/>
          <a:lstStyle/>
          <a:p>
            <a:r>
              <a:rPr lang="de-DE"/>
              <a:t>Schedule CIVIC Gen20x.i3 | RD/MHC | V4.0 | Stand: 21.06.2022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90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 bwMode="black">
          <a:xfrm>
            <a:off x="0" y="0"/>
            <a:ext cx="12196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 noProof="0">
              <a:solidFill>
                <a:schemeClr val="bg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" y="0"/>
            <a:ext cx="121935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itel 1"/>
          <p:cNvSpPr>
            <a:spLocks noGrp="1"/>
          </p:cNvSpPr>
          <p:nvPr>
            <p:ph type="ctrTitle" hasCustomPrompt="1"/>
          </p:nvPr>
        </p:nvSpPr>
        <p:spPr bwMode="white">
          <a:xfrm>
            <a:off x="395287" y="3848402"/>
            <a:ext cx="8928000" cy="1044000"/>
          </a:xfrm>
        </p:spPr>
        <p:txBody>
          <a:bodyPr/>
          <a:lstStyle>
            <a:lvl1pPr>
              <a:lnSpc>
                <a:spcPts val="3999"/>
              </a:lnSpc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Präsentationstitel 30 pt über eine Zeile.</a:t>
            </a:r>
            <a:br>
              <a:rPr lang="de-DE" noProof="0"/>
            </a:br>
            <a:r>
              <a:rPr lang="de-DE" noProof="0"/>
              <a:t>Zweite Zeile möglich.</a:t>
            </a:r>
          </a:p>
        </p:txBody>
      </p:sp>
      <p:sp>
        <p:nvSpPr>
          <p:cNvPr id="16" name="Untertitel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6000" y="4932000"/>
            <a:ext cx="8928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 noProof="0"/>
              <a:t>Zusatztext zur Präsentation 15 pt </a:t>
            </a:r>
            <a:br>
              <a:rPr lang="de-DE" noProof="0"/>
            </a:br>
            <a:r>
              <a:rPr lang="de-DE" noProof="0"/>
              <a:t>Referent, Abteilung, Ort, Datum</a:t>
            </a:r>
          </a:p>
        </p:txBody>
      </p:sp>
      <p:sp>
        <p:nvSpPr>
          <p:cNvPr id="17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12193200" cy="3405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9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0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-2088000" y="-468001"/>
            <a:ext cx="13875807" cy="7805374"/>
            <a:chOff x="-2088000" y="-468001"/>
            <a:chExt cx="13875807" cy="7805374"/>
          </a:xfrm>
        </p:grpSpPr>
        <p:sp>
          <p:nvSpPr>
            <p:cNvPr id="11" name="Folie Wechsel/Zurücksetzen/Textebenen"/>
            <p:cNvSpPr txBox="1"/>
            <p:nvPr userDrawn="1"/>
          </p:nvSpPr>
          <p:spPr>
            <a:xfrm rot="10800000" flipH="1" flipV="1">
              <a:off x="-2088000" y="1547999"/>
              <a:ext cx="1980000" cy="19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Folie in Ursprungsform 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bringen über Menu: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Folien // Zurücksetzen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des Folienlayouts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im Menü über: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Folien // Layout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der Textebene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im Menü über: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Absatz // Listenebene erhöhen/verringern</a:t>
              </a:r>
            </a:p>
          </p:txBody>
        </p:sp>
        <p:sp>
          <p:nvSpPr>
            <p:cNvPr id="12" name="Design wechsel"/>
            <p:cNvSpPr txBox="1"/>
            <p:nvPr userDrawn="1"/>
          </p:nvSpPr>
          <p:spPr>
            <a:xfrm rot="10800000" flipH="1" flipV="1">
              <a:off x="-2088000" y="403199"/>
              <a:ext cx="1980000" cy="90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zwischen weißem und schwarzem Folienlayout über Menü: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Entwurf // Designs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(Rechtsklick: </a:t>
              </a:r>
              <a:r>
                <a:rPr lang="de-DE" sz="1000" b="0" i="1" baseline="0" noProof="0">
                  <a:solidFill>
                    <a:schemeClr val="accent5"/>
                  </a:solidFill>
                  <a:latin typeface="+mn-lt"/>
                </a:rPr>
                <a:t>Für alle Folien </a:t>
              </a: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oder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i="1" baseline="0" noProof="0">
                  <a:solidFill>
                    <a:schemeClr val="accent5"/>
                  </a:solidFill>
                  <a:latin typeface="+mn-lt"/>
                </a:rPr>
                <a:t>Für ausgewählte Folien </a:t>
              </a: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übernehmen)</a:t>
              </a:r>
            </a:p>
          </p:txBody>
        </p:sp>
        <p:pic>
          <p:nvPicPr>
            <p:cNvPr id="14" name="Listenebene erhöhen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5200" y="3563999"/>
              <a:ext cx="635538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Listenebene verringern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5200" y="4031999"/>
              <a:ext cx="635538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 // Listenebene erhöhen"/>
            <p:cNvSpPr txBox="1"/>
            <p:nvPr userDrawn="1"/>
          </p:nvSpPr>
          <p:spPr>
            <a:xfrm>
              <a:off x="-1548000" y="3563999"/>
              <a:ext cx="720000" cy="32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23" name="Text // Listenebene verringern"/>
            <p:cNvSpPr txBox="1"/>
            <p:nvPr userDrawn="1"/>
          </p:nvSpPr>
          <p:spPr>
            <a:xfrm>
              <a:off x="-1548000" y="4031999"/>
              <a:ext cx="720000" cy="32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verringern</a:t>
              </a:r>
            </a:p>
          </p:txBody>
        </p:sp>
        <p:pic>
          <p:nvPicPr>
            <p:cNvPr id="24" name="Entwurfsvorlagen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32000" y="-432001"/>
              <a:ext cx="1224000" cy="746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Hilfslinien"/>
            <p:cNvSpPr txBox="1"/>
            <p:nvPr userDrawn="1"/>
          </p:nvSpPr>
          <p:spPr>
            <a:xfrm rot="10800000" flipH="1" flipV="1">
              <a:off x="432775" y="-468001"/>
              <a:ext cx="5090336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Ansicht // Anzeigen // Haken bei Führungslinien setzen</a:t>
              </a:r>
            </a:p>
          </p:txBody>
        </p:sp>
        <p:sp>
          <p:nvSpPr>
            <p:cNvPr id="26" name="Hilfslinien"/>
            <p:cNvSpPr txBox="1"/>
            <p:nvPr userDrawn="1"/>
          </p:nvSpPr>
          <p:spPr>
            <a:xfrm rot="10800000" flipH="1" flipV="1">
              <a:off x="7107287" y="-468000"/>
              <a:ext cx="468052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Reservierte Bereiche für Stempel oder Icons</a:t>
              </a:r>
            </a:p>
          </p:txBody>
        </p:sp>
        <p:sp>
          <p:nvSpPr>
            <p:cNvPr id="28" name="Fußzeile"/>
            <p:cNvSpPr txBox="1"/>
            <p:nvPr userDrawn="1"/>
          </p:nvSpPr>
          <p:spPr>
            <a:xfrm rot="10800000" flipH="1" flipV="1">
              <a:off x="432775" y="6977373"/>
              <a:ext cx="10993626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Fußzeile pro Folie oder für alle/mehrere anpassen über Menü: Einfügen // Text //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91446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zwei Spalt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1511300"/>
            <a:ext cx="11404800" cy="4140000"/>
          </a:xfrm>
        </p:spPr>
        <p:txBody>
          <a:bodyPr numCol="2" spcCol="244765"/>
          <a:lstStyle>
            <a:lvl1pPr marL="431939" indent="-431939">
              <a:buFont typeface="+mj-lt"/>
              <a:buAutoNum type="arabicPeriod"/>
              <a:defRPr baseline="0"/>
            </a:lvl1pPr>
            <a:lvl2pPr marL="863878" indent="-431939">
              <a:buFont typeface="+mj-lt"/>
              <a:buAutoNum type="alphaLcPeriod"/>
              <a:defRPr/>
            </a:lvl2pPr>
            <a:lvl3pPr marL="863878" indent="-431939">
              <a:buFont typeface="+mj-lt"/>
              <a:buAutoNum type="alphaLcPeriod"/>
              <a:defRPr sz="2000"/>
            </a:lvl3pPr>
            <a:lvl4pPr marL="863878" indent="-431939">
              <a:buFont typeface="+mj-lt"/>
              <a:buAutoNum type="alphaLcPeriod"/>
              <a:defRPr sz="2000"/>
            </a:lvl4pPr>
            <a:lvl5pPr marL="863878" indent="-431939">
              <a:buFont typeface="+mj-lt"/>
              <a:buAutoNum type="alphaLcPeriod"/>
              <a:defRPr sz="2000"/>
            </a:lvl5pPr>
            <a:lvl6pPr marL="863878" indent="-431939">
              <a:buFont typeface="+mj-lt"/>
              <a:buAutoNum type="alphaLcPeriod"/>
              <a:defRPr sz="2000"/>
            </a:lvl6pPr>
            <a:lvl7pPr marL="863878" indent="-431939">
              <a:buFont typeface="+mj-lt"/>
              <a:buAutoNum type="alphaLcPeriod"/>
              <a:defRPr sz="2000"/>
            </a:lvl7pPr>
            <a:lvl8pPr marL="863878" indent="-431939">
              <a:buFont typeface="+mj-lt"/>
              <a:buAutoNum type="alphaLcPeriod"/>
              <a:defRPr sz="2000"/>
            </a:lvl8pPr>
            <a:lvl9pPr marL="863878" indent="-431939">
              <a:buFont typeface="+mj-lt"/>
              <a:buAutoNum type="alphaLcPeriod"/>
              <a:defRPr sz="2000"/>
            </a:lvl9pPr>
          </a:lstStyle>
          <a:p>
            <a:pPr lvl="0"/>
            <a:r>
              <a:rPr lang="de-DE" noProof="0"/>
              <a:t>Agenda Punkt in CorpoS (Textkörper) in 20 pt. einfügen // für Unterpunkt: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15998988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ktur-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" name="Textfeld 9"/>
          <p:cNvSpPr txBox="1"/>
          <p:nvPr userDrawn="1"/>
        </p:nvSpPr>
        <p:spPr bwMode="gray">
          <a:xfrm>
            <a:off x="0" y="-1"/>
            <a:ext cx="12192000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360000" tIns="0" rIns="0" bIns="0" rtlCol="0">
            <a:noAutofit/>
          </a:bodyPr>
          <a:lstStyle/>
          <a:p>
            <a:pPr>
              <a:lnSpc>
                <a:spcPct val="108000"/>
              </a:lnSpc>
              <a:spcAft>
                <a:spcPts val="1008"/>
              </a:spcAft>
            </a:pPr>
            <a:endParaRPr lang="de-DE" sz="2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feld 10"/>
          <p:cNvSpPr txBox="1"/>
          <p:nvPr userDrawn="1"/>
        </p:nvSpPr>
        <p:spPr bwMode="gray">
          <a:xfrm rot="5400000">
            <a:off x="8847325" y="3513330"/>
            <a:ext cx="6498003" cy="1913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360000" tIns="0" rIns="360000" bIns="0" rtlCol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1008"/>
              </a:spcAft>
            </a:pPr>
            <a:r>
              <a:rPr lang="de-DE" sz="1100">
                <a:solidFill>
                  <a:schemeClr val="bg1"/>
                </a:solidFill>
                <a:latin typeface="+mj-lt"/>
              </a:rPr>
              <a:t>Änderungen nur über RD/UKA</a:t>
            </a:r>
          </a:p>
        </p:txBody>
      </p:sp>
      <p:pic>
        <p:nvPicPr>
          <p:cNvPr id="20" name="Vertraulich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25" y="0"/>
            <a:ext cx="1872000" cy="306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288" y="7465"/>
            <a:ext cx="9301112" cy="325191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7413122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395288" y="1511301"/>
            <a:ext cx="11406187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Inhalt oder 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056609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 mit 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395288" y="1511301"/>
            <a:ext cx="11406187" cy="42484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Inhalt oder 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22" hasCustomPrompt="1"/>
          </p:nvPr>
        </p:nvSpPr>
        <p:spPr>
          <a:xfrm>
            <a:off x="395289" y="5904000"/>
            <a:ext cx="11405511" cy="522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spcAft>
                <a:spcPts val="0"/>
              </a:spcAft>
              <a:buNone/>
              <a:defRPr sz="1500"/>
            </a:lvl2pPr>
            <a:lvl3pPr marL="0" indent="0">
              <a:spcAft>
                <a:spcPts val="0"/>
              </a:spcAft>
              <a:buNone/>
              <a:defRPr sz="1500"/>
            </a:lvl3pPr>
            <a:lvl4pPr marL="0" indent="0">
              <a:spcAft>
                <a:spcPts val="0"/>
              </a:spcAft>
              <a:buNone/>
              <a:defRPr sz="1500"/>
            </a:lvl4pPr>
            <a:lvl5pPr marL="0" indent="0">
              <a:spcAft>
                <a:spcPts val="0"/>
              </a:spcAft>
              <a:buNone/>
              <a:defRPr sz="1500"/>
            </a:lvl5pPr>
            <a:lvl6pPr marL="0" indent="0">
              <a:spcAft>
                <a:spcPts val="0"/>
              </a:spcAft>
              <a:buNone/>
              <a:defRPr sz="1500"/>
            </a:lvl6pPr>
            <a:lvl7pPr marL="0" indent="0">
              <a:spcAft>
                <a:spcPts val="0"/>
              </a:spcAft>
              <a:buNone/>
              <a:defRPr sz="1500"/>
            </a:lvl7pPr>
            <a:lvl8pPr marL="0" indent="0">
              <a:spcAft>
                <a:spcPts val="0"/>
              </a:spcAft>
              <a:buNone/>
              <a:defRPr sz="1500"/>
            </a:lvl8pPr>
            <a:lvl9pPr marL="0" indent="0"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Inhaltsunterschriften in CorpoS (Textkörper) in 15 pt. einfügen </a:t>
            </a:r>
          </a:p>
          <a:p>
            <a:pPr lvl="1"/>
            <a:r>
              <a:rPr lang="de-DE" noProof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11523527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ellenplatzhalter 2"/>
          <p:cNvSpPr>
            <a:spLocks noGrp="1"/>
          </p:cNvSpPr>
          <p:nvPr>
            <p:ph type="tbl" sz="quarter" idx="20" hasCustomPrompt="1"/>
          </p:nvPr>
        </p:nvSpPr>
        <p:spPr>
          <a:xfrm>
            <a:off x="395287" y="2484000"/>
            <a:ext cx="11406189" cy="2700000"/>
          </a:xfrm>
        </p:spPr>
        <p:txBody>
          <a:bodyPr/>
          <a:lstStyle>
            <a:lvl1pPr algn="ctr">
              <a:spcAft>
                <a:spcPts val="0"/>
              </a:spcAft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Tabelle einfügen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1" hasCustomPrompt="1"/>
          </p:nvPr>
        </p:nvSpPr>
        <p:spPr>
          <a:xfrm>
            <a:off x="395286" y="1512001"/>
            <a:ext cx="11405514" cy="720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Aft>
                <a:spcPts val="0"/>
              </a:spcAft>
              <a:buNone/>
              <a:defRPr sz="2000" b="1"/>
            </a:lvl3pPr>
            <a:lvl4pPr marL="0" indent="0">
              <a:spcAft>
                <a:spcPts val="0"/>
              </a:spcAft>
              <a:buNone/>
              <a:defRPr sz="2000" b="1"/>
            </a:lvl4pPr>
            <a:lvl5pPr marL="0" indent="0">
              <a:spcAft>
                <a:spcPts val="0"/>
              </a:spcAft>
              <a:buNone/>
              <a:defRPr sz="2000" b="1"/>
            </a:lvl5pPr>
            <a:lvl6pPr marL="0" indent="0">
              <a:spcAft>
                <a:spcPts val="0"/>
              </a:spcAft>
              <a:buNone/>
              <a:defRPr sz="2000" b="1"/>
            </a:lvl6pPr>
            <a:lvl7pPr marL="0" indent="0">
              <a:spcAft>
                <a:spcPts val="0"/>
              </a:spcAft>
              <a:buNone/>
              <a:defRPr sz="2000" b="1"/>
            </a:lvl7pPr>
            <a:lvl8pPr marL="0" indent="0">
              <a:spcAft>
                <a:spcPts val="0"/>
              </a:spcAft>
              <a:buNone/>
              <a:defRPr sz="2000" b="1"/>
            </a:lvl8pPr>
            <a:lvl9pPr marL="0" indent="0">
              <a:spcAft>
                <a:spcPts val="0"/>
              </a:spcAft>
              <a:buNone/>
              <a:defRPr sz="2000" b="1"/>
            </a:lvl9pPr>
          </a:lstStyle>
          <a:p>
            <a:pPr lvl="0"/>
            <a:r>
              <a:rPr lang="de-DE" noProof="0"/>
              <a:t>Tabellenüberschrift in CorpoS (Textkörper) in 20 pt. bold einfügen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22" hasCustomPrompt="1"/>
          </p:nvPr>
        </p:nvSpPr>
        <p:spPr>
          <a:xfrm>
            <a:off x="395289" y="5328001"/>
            <a:ext cx="11405511" cy="10982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spcAft>
                <a:spcPts val="0"/>
              </a:spcAft>
              <a:buNone/>
              <a:defRPr sz="1500"/>
            </a:lvl2pPr>
            <a:lvl3pPr marL="0" indent="0">
              <a:spcAft>
                <a:spcPts val="0"/>
              </a:spcAft>
              <a:buNone/>
              <a:defRPr sz="1500"/>
            </a:lvl3pPr>
            <a:lvl4pPr marL="0" indent="0">
              <a:spcAft>
                <a:spcPts val="0"/>
              </a:spcAft>
              <a:buNone/>
              <a:defRPr sz="1500"/>
            </a:lvl4pPr>
            <a:lvl5pPr marL="0" indent="0">
              <a:spcAft>
                <a:spcPts val="0"/>
              </a:spcAft>
              <a:buNone/>
              <a:defRPr sz="1500"/>
            </a:lvl5pPr>
            <a:lvl6pPr marL="0" indent="0">
              <a:spcAft>
                <a:spcPts val="0"/>
              </a:spcAft>
              <a:buNone/>
              <a:defRPr sz="1500"/>
            </a:lvl6pPr>
            <a:lvl7pPr marL="0" indent="0">
              <a:spcAft>
                <a:spcPts val="0"/>
              </a:spcAft>
              <a:buNone/>
              <a:defRPr sz="1500"/>
            </a:lvl7pPr>
            <a:lvl8pPr marL="0" indent="0">
              <a:spcAft>
                <a:spcPts val="0"/>
              </a:spcAft>
              <a:buNone/>
              <a:defRPr sz="1500"/>
            </a:lvl8pPr>
            <a:lvl9pPr marL="0" indent="0"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Tabellenunterschriften in CorpoS (Textkörper) in 15 pt. einfügen 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655396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Zwei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4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395288" y="1511301"/>
            <a:ext cx="55800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Inhalt oder 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1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9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0" name="Inhaltsplatzhalter 6"/>
          <p:cNvSpPr>
            <a:spLocks noGrp="1"/>
          </p:cNvSpPr>
          <p:nvPr>
            <p:ph sz="quarter" idx="20" hasCustomPrompt="1"/>
          </p:nvPr>
        </p:nvSpPr>
        <p:spPr>
          <a:xfrm>
            <a:off x="6221476" y="1511301"/>
            <a:ext cx="55800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Inhalt oder 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4275679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Bild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2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8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579999" cy="491420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29" name="Textplatzhalt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6220799" y="1512000"/>
            <a:ext cx="5580676" cy="4914201"/>
          </a:xfrm>
        </p:spPr>
        <p:txBody>
          <a:bodyPr/>
          <a:lstStyle/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16415623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2 Bilder/2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4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4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4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4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8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5799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9" name="Bildplatzhalter 8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221476" y="1511300"/>
            <a:ext cx="55799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0" name="Textplatzhalt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6221476" y="3502801"/>
            <a:ext cx="5579999" cy="2923400"/>
          </a:xfrm>
        </p:spPr>
        <p:txBody>
          <a:bodyPr/>
          <a:lstStyle/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" name="Textplatzhalter 13"/>
          <p:cNvSpPr>
            <a:spLocks noGrp="1"/>
          </p:cNvSpPr>
          <p:nvPr>
            <p:ph type="body" sz="quarter" idx="26" hasCustomPrompt="1"/>
          </p:nvPr>
        </p:nvSpPr>
        <p:spPr>
          <a:xfrm>
            <a:off x="395287" y="3502801"/>
            <a:ext cx="5579999" cy="2923400"/>
          </a:xfrm>
        </p:spPr>
        <p:txBody>
          <a:bodyPr/>
          <a:lstStyle/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3386154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Bild //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2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8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11405475" cy="4476227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29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6030980"/>
            <a:ext cx="114047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grpSp>
        <p:nvGrpSpPr>
          <p:cNvPr id="30" name="Gruppieren 29"/>
          <p:cNvGrpSpPr/>
          <p:nvPr userDrawn="1"/>
        </p:nvGrpSpPr>
        <p:grpSpPr>
          <a:xfrm>
            <a:off x="12304800" y="403200"/>
            <a:ext cx="1800000" cy="6454800"/>
            <a:chOff x="12304800" y="403200"/>
            <a:chExt cx="1800000" cy="6454800"/>
          </a:xfrm>
        </p:grpSpPr>
        <p:grpSp>
          <p:nvGrpSpPr>
            <p:cNvPr id="31" name="Bildhandling"/>
            <p:cNvGrpSpPr/>
            <p:nvPr userDrawn="1"/>
          </p:nvGrpSpPr>
          <p:grpSpPr>
            <a:xfrm>
              <a:off x="12304800" y="403200"/>
              <a:ext cx="1800000" cy="6454800"/>
              <a:chOff x="12304800" y="403200"/>
              <a:chExt cx="1800000" cy="6454800"/>
            </a:xfrm>
          </p:grpSpPr>
          <p:sp>
            <p:nvSpPr>
              <p:cNvPr id="33" name="Headline"/>
              <p:cNvSpPr txBox="1"/>
              <p:nvPr userDrawn="1"/>
            </p:nvSpPr>
            <p:spPr>
              <a:xfrm rot="10800000" flipH="1" flipV="1">
                <a:off x="12304800" y="403200"/>
                <a:ext cx="1800000" cy="10728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none" lIns="0" tIns="0" rIns="0" bIns="36000" rtlCol="0" anchor="b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sz="1500" b="0" noProof="0">
                    <a:solidFill>
                      <a:schemeClr val="accent5"/>
                    </a:solidFill>
                    <a:latin typeface="+mn-lt"/>
                    <a:cs typeface="Arial" panose="020B0604020202020204" pitchFamily="34" charset="0"/>
                    <a:sym typeface="Webdings"/>
                  </a:rPr>
                  <a:t></a:t>
                </a:r>
                <a:r>
                  <a:rPr lang="de-DE" sz="1500" b="1" baseline="0" noProof="0">
                    <a:solidFill>
                      <a:schemeClr val="accent5"/>
                    </a:solidFill>
                    <a:latin typeface="+mn-lt"/>
                    <a:cs typeface="Arial" panose="020B0604020202020204" pitchFamily="34" charset="0"/>
                    <a:sym typeface="Webdings"/>
                  </a:rPr>
                  <a:t> </a:t>
                </a:r>
                <a:r>
                  <a:rPr lang="de-DE" sz="1000" b="1" noProof="0">
                    <a:solidFill>
                      <a:schemeClr val="accent5"/>
                    </a:solidFill>
                    <a:latin typeface="+mn-lt"/>
                    <a:cs typeface="Arial" panose="020B0604020202020204" pitchFamily="34" charset="0"/>
                    <a:sym typeface="Webdings"/>
                  </a:rPr>
                  <a:t>Bilder Handling</a:t>
                </a:r>
                <a:endParaRPr lang="de-DE" sz="1500" b="1" noProof="0">
                  <a:solidFill>
                    <a:schemeClr val="accent5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  <p:pic>
            <p:nvPicPr>
              <p:cNvPr id="34" name="Bildtools // Format"/>
              <p:cNvPicPr>
                <a:picLocks noChangeAspect="1" noChangeArrowheads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304800" y="2700000"/>
                <a:ext cx="670041" cy="43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" name="Zuschneiden"/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68000" y="2592000"/>
                <a:ext cx="768914" cy="54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" name="Beispielbild"/>
              <p:cNvPicPr>
                <a:picLocks noChangeAspect="1" noChangeArrowheads="1"/>
              </p:cNvPicPr>
              <p:nvPr userDrawn="1"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03" b="26297"/>
              <a:stretch/>
            </p:blipFill>
            <p:spPr bwMode="auto">
              <a:xfrm>
                <a:off x="12304800" y="4248000"/>
                <a:ext cx="1800000" cy="9688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" name="Einpassen"/>
              <p:cNvPicPr>
                <a:picLocks noChangeAspect="1" noChangeArrowheads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96929" y="5886000"/>
                <a:ext cx="1107871" cy="97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2" name="Bilder zuschneiden etc."/>
            <p:cNvSpPr txBox="1"/>
            <p:nvPr userDrawn="1"/>
          </p:nvSpPr>
          <p:spPr>
            <a:xfrm rot="10800000" flipH="1" flipV="1">
              <a:off x="12304800" y="1548000"/>
              <a:ext cx="1800000" cy="484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Bildausschnitt verändern über Menü: Bildtools // Format // Größe // Zuschneiden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 kann innerhalb der schwarzen Begrenzungen bei gedrückter alt-Taste bewegt werden.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Bildgröße zuschneiden über Menü: Bildtools // Format // Größe // Zuschneiden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 bei gedrückter Umschalt-Taste über die hellen Eckpunkte auf die passende Größe ziehen. 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Bildgröße einpassen über Menü: Bildtools // Format // Größe // Zuschneiden // Einpassen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51145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/>
              <a:t>Schedule CIVIC Gen20x.i3 | RD/MHC | V7.0 | Date: 28.06.2023</a:t>
            </a:r>
            <a:endParaRPr lang="de-DE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</a:t>
            </a:r>
          </a:p>
        </p:txBody>
      </p:sp>
      <p:sp>
        <p:nvSpPr>
          <p:cNvPr id="2" name="TextBox 1"/>
          <p:cNvSpPr txBox="1"/>
          <p:nvPr userDrawn="1"/>
        </p:nvSpPr>
        <p:spPr bwMode="gray">
          <a:xfrm>
            <a:off x="9928800" y="13877"/>
            <a:ext cx="2761673" cy="3232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8000"/>
              </a:lnSpc>
              <a:spcAft>
                <a:spcPts val="1008"/>
              </a:spcAft>
            </a:pPr>
            <a:r>
              <a:rPr lang="de-DE" sz="1600">
                <a:solidFill>
                  <a:srgbClr val="C00000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064076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/>
              <a:t>Schedule CIVIC Gen20x.i3 | RD/MHC | V7.0 | Date: 28.06.2023</a:t>
            </a:r>
            <a:endParaRPr lang="de-DE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</a:t>
            </a:r>
          </a:p>
        </p:txBody>
      </p:sp>
      <p:sp>
        <p:nvSpPr>
          <p:cNvPr id="2" name="TextBox 1"/>
          <p:cNvSpPr txBox="1"/>
          <p:nvPr userDrawn="1"/>
        </p:nvSpPr>
        <p:spPr bwMode="gray">
          <a:xfrm>
            <a:off x="10798182" y="80842"/>
            <a:ext cx="1256436" cy="3232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8000"/>
              </a:lnSpc>
              <a:spcAft>
                <a:spcPts val="1008"/>
              </a:spcAft>
            </a:pPr>
            <a:r>
              <a:rPr lang="de-DE" sz="1600">
                <a:solidFill>
                  <a:srgbClr val="C00000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0451677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olbox 8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3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4479175" y="52526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50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51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52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53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3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4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5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6" name="Textplatzhalt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479175" y="15113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67" name="Textplatzhalter 3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479175" y="27584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68" name="Textplatzhalter 3"/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4479175" y="40055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69" name="Textplatzhalter 3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6207176" y="52526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70" name="Textplatzhalter 3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207176" y="27584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71" name="Textplatzhalter 3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6207176" y="40055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86" name="Textplatzhalter 3"/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6207176" y="15113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87" name="Textplatzhalt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96000" y="1511301"/>
            <a:ext cx="1800000" cy="1173600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88" name="Textplatzhalter 3"/>
          <p:cNvSpPr>
            <a:spLocks noGrp="1"/>
          </p:cNvSpPr>
          <p:nvPr>
            <p:ph type="body" sz="quarter" idx="35" hasCustomPrompt="1"/>
          </p:nvPr>
        </p:nvSpPr>
        <p:spPr>
          <a:xfrm>
            <a:off x="396000" y="5252601"/>
            <a:ext cx="1800000" cy="1173600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89" name="Textplatzhalter 3"/>
          <p:cNvSpPr>
            <a:spLocks noGrp="1"/>
          </p:cNvSpPr>
          <p:nvPr>
            <p:ph type="body" sz="quarter" idx="36" hasCustomPrompt="1"/>
          </p:nvPr>
        </p:nvSpPr>
        <p:spPr>
          <a:xfrm>
            <a:off x="396000" y="4005501"/>
            <a:ext cx="1800000" cy="1173600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0" name="Textplatzhalter 3"/>
          <p:cNvSpPr>
            <a:spLocks noGrp="1"/>
          </p:cNvSpPr>
          <p:nvPr>
            <p:ph type="body" sz="quarter" idx="37" hasCustomPrompt="1"/>
          </p:nvPr>
        </p:nvSpPr>
        <p:spPr>
          <a:xfrm>
            <a:off x="396000" y="2758401"/>
            <a:ext cx="1800000" cy="1173600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1" name="Textplatzhalt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0001474" y="15113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2" name="Textplatzhalter 3"/>
          <p:cNvSpPr>
            <a:spLocks noGrp="1"/>
          </p:cNvSpPr>
          <p:nvPr>
            <p:ph type="body" sz="quarter" idx="31" hasCustomPrompt="1"/>
          </p:nvPr>
        </p:nvSpPr>
        <p:spPr>
          <a:xfrm>
            <a:off x="10001474" y="52526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3" name="Textplatzhalter 3"/>
          <p:cNvSpPr>
            <a:spLocks noGrp="1"/>
          </p:cNvSpPr>
          <p:nvPr>
            <p:ph type="body" sz="quarter" idx="32" hasCustomPrompt="1"/>
          </p:nvPr>
        </p:nvSpPr>
        <p:spPr>
          <a:xfrm>
            <a:off x="10001474" y="40055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4" name="Textplatzhalter 3"/>
          <p:cNvSpPr>
            <a:spLocks noGrp="1"/>
          </p:cNvSpPr>
          <p:nvPr>
            <p:ph type="body" sz="quarter" idx="33" hasCustomPrompt="1"/>
          </p:nvPr>
        </p:nvSpPr>
        <p:spPr>
          <a:xfrm>
            <a:off x="10001474" y="27584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5" name="Bildplatzhalter 8"/>
          <p:cNvSpPr>
            <a:spLocks noGrp="1" noChangeAspect="1"/>
          </p:cNvSpPr>
          <p:nvPr>
            <p:ph type="pic" sz="quarter" idx="11" hasCustomPrompt="1"/>
          </p:nvPr>
        </p:nvSpPr>
        <p:spPr bwMode="gray">
          <a:xfrm>
            <a:off x="8198671" y="15113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6" name="Bildplatzhalter 8"/>
          <p:cNvSpPr>
            <a:spLocks noGrp="1" noChangeAspect="1"/>
          </p:cNvSpPr>
          <p:nvPr>
            <p:ph type="pic" sz="quarter" idx="17" hasCustomPrompt="1"/>
          </p:nvPr>
        </p:nvSpPr>
        <p:spPr bwMode="gray">
          <a:xfrm>
            <a:off x="8198671" y="40055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7" name="Bildplatzhalter 8"/>
          <p:cNvSpPr>
            <a:spLocks noGrp="1" noChangeAspect="1"/>
          </p:cNvSpPr>
          <p:nvPr>
            <p:ph type="pic" sz="quarter" idx="18" hasCustomPrompt="1"/>
          </p:nvPr>
        </p:nvSpPr>
        <p:spPr bwMode="gray">
          <a:xfrm>
            <a:off x="8198671" y="27584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8" name="Bildplatzhalter 8"/>
          <p:cNvSpPr>
            <a:spLocks noGrp="1" noChangeAspect="1"/>
          </p:cNvSpPr>
          <p:nvPr>
            <p:ph type="pic" sz="quarter" idx="29" hasCustomPrompt="1"/>
          </p:nvPr>
        </p:nvSpPr>
        <p:spPr bwMode="gray">
          <a:xfrm>
            <a:off x="8198671" y="52526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9" name="Bildplatzhalter 8"/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2304000" y="15113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0" name="Bildplatzhalter 8"/>
          <p:cNvSpPr>
            <a:spLocks noGrp="1" noChangeAspect="1"/>
          </p:cNvSpPr>
          <p:nvPr>
            <p:ph type="pic" sz="quarter" idx="12" hasCustomPrompt="1"/>
          </p:nvPr>
        </p:nvSpPr>
        <p:spPr bwMode="gray">
          <a:xfrm>
            <a:off x="2304000" y="40055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2" name="Bildplatzhalter 8"/>
          <p:cNvSpPr>
            <a:spLocks noGrp="1" noChangeAspect="1"/>
          </p:cNvSpPr>
          <p:nvPr>
            <p:ph type="pic" sz="quarter" idx="14" hasCustomPrompt="1"/>
          </p:nvPr>
        </p:nvSpPr>
        <p:spPr bwMode="gray">
          <a:xfrm>
            <a:off x="2304000" y="27584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8" name="Bildplatzhalter 8"/>
          <p:cNvSpPr>
            <a:spLocks noGrp="1" noChangeAspect="1"/>
          </p:cNvSpPr>
          <p:nvPr>
            <p:ph type="pic" sz="quarter" idx="28" hasCustomPrompt="1"/>
          </p:nvPr>
        </p:nvSpPr>
        <p:spPr bwMode="gray">
          <a:xfrm>
            <a:off x="2304000" y="52526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cxnSp>
        <p:nvCxnSpPr>
          <p:cNvPr id="109" name="Gerade Verbindung 53"/>
          <p:cNvCxnSpPr>
            <a:stCxn id="99" idx="3"/>
            <a:endCxn id="66" idx="1"/>
          </p:cNvCxnSpPr>
          <p:nvPr userDrawn="1"/>
        </p:nvCxnSpPr>
        <p:spPr>
          <a:xfrm>
            <a:off x="3996005" y="2098101"/>
            <a:ext cx="483170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54"/>
          <p:cNvCxnSpPr>
            <a:stCxn id="102" idx="3"/>
            <a:endCxn id="67" idx="1"/>
          </p:cNvCxnSpPr>
          <p:nvPr userDrawn="1"/>
        </p:nvCxnSpPr>
        <p:spPr>
          <a:xfrm>
            <a:off x="3996005" y="3345201"/>
            <a:ext cx="483170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Gerade Verbindung 55"/>
          <p:cNvCxnSpPr>
            <a:stCxn id="95" idx="1"/>
            <a:endCxn id="86" idx="3"/>
          </p:cNvCxnSpPr>
          <p:nvPr userDrawn="1"/>
        </p:nvCxnSpPr>
        <p:spPr>
          <a:xfrm flipH="1">
            <a:off x="7719176" y="2098101"/>
            <a:ext cx="479495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56"/>
          <p:cNvCxnSpPr>
            <a:stCxn id="70" idx="3"/>
            <a:endCxn id="97" idx="1"/>
          </p:cNvCxnSpPr>
          <p:nvPr userDrawn="1"/>
        </p:nvCxnSpPr>
        <p:spPr>
          <a:xfrm>
            <a:off x="7719176" y="3345201"/>
            <a:ext cx="479495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57"/>
          <p:cNvCxnSpPr>
            <a:stCxn id="71" idx="3"/>
            <a:endCxn id="96" idx="1"/>
          </p:cNvCxnSpPr>
          <p:nvPr userDrawn="1"/>
        </p:nvCxnSpPr>
        <p:spPr>
          <a:xfrm>
            <a:off x="7719176" y="4592301"/>
            <a:ext cx="479495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Gerade Verbindung 58"/>
          <p:cNvCxnSpPr>
            <a:stCxn id="69" idx="3"/>
            <a:endCxn id="98" idx="1"/>
          </p:cNvCxnSpPr>
          <p:nvPr userDrawn="1"/>
        </p:nvCxnSpPr>
        <p:spPr>
          <a:xfrm>
            <a:off x="7719176" y="5839401"/>
            <a:ext cx="479495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59"/>
          <p:cNvCxnSpPr>
            <a:stCxn id="108" idx="3"/>
            <a:endCxn id="49" idx="1"/>
          </p:cNvCxnSpPr>
          <p:nvPr userDrawn="1"/>
        </p:nvCxnSpPr>
        <p:spPr>
          <a:xfrm>
            <a:off x="3996005" y="5839401"/>
            <a:ext cx="483170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60"/>
          <p:cNvCxnSpPr>
            <a:stCxn id="100" idx="3"/>
            <a:endCxn id="68" idx="1"/>
          </p:cNvCxnSpPr>
          <p:nvPr userDrawn="1"/>
        </p:nvCxnSpPr>
        <p:spPr>
          <a:xfrm>
            <a:off x="3996005" y="4592301"/>
            <a:ext cx="483170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6351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kt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024337" y="2757600"/>
            <a:ext cx="6148800" cy="2421734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3" name="Textplatzhalter 3"/>
          <p:cNvSpPr>
            <a:spLocks noGrp="1" noChangeAspect="1"/>
          </p:cNvSpPr>
          <p:nvPr>
            <p:ph type="body" sz="quarter" idx="67" hasCustomPrompt="1"/>
          </p:nvPr>
        </p:nvSpPr>
        <p:spPr bwMode="white">
          <a:xfrm rot="9427937">
            <a:off x="2425691" y="5284427"/>
            <a:ext cx="1909937" cy="91569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596021"/>
              <a:gd name="connsiteY0" fmla="*/ 35294 h 124463"/>
              <a:gd name="connsiteX1" fmla="*/ 36219 w 2596021"/>
              <a:gd name="connsiteY1" fmla="*/ 73396 h 124463"/>
              <a:gd name="connsiteX2" fmla="*/ 0 w 2596021"/>
              <a:gd name="connsiteY2" fmla="*/ 37306 h 124463"/>
              <a:gd name="connsiteX3" fmla="*/ 35816 w 2596021"/>
              <a:gd name="connsiteY3" fmla="*/ 8 h 124463"/>
              <a:gd name="connsiteX4" fmla="*/ 73065 w 2596021"/>
              <a:gd name="connsiteY4" fmla="*/ 35540 h 124463"/>
              <a:gd name="connsiteX5" fmla="*/ 2596020 w 2596021"/>
              <a:gd name="connsiteY5" fmla="*/ 124462 h 12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021" h="124463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596020" y="124462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4" name="Textplatzhalter 3"/>
          <p:cNvSpPr>
            <a:spLocks noGrp="1" noChangeAspect="1"/>
          </p:cNvSpPr>
          <p:nvPr>
            <p:ph type="body" sz="quarter" idx="56" hasCustomPrompt="1"/>
          </p:nvPr>
        </p:nvSpPr>
        <p:spPr bwMode="white">
          <a:xfrm rot="17090839">
            <a:off x="7964704" y="280890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5" name="Textplatzhalter 3"/>
          <p:cNvSpPr>
            <a:spLocks noGrp="1" noChangeAspect="1"/>
          </p:cNvSpPr>
          <p:nvPr>
            <p:ph type="body" sz="quarter" idx="57" hasCustomPrompt="1"/>
          </p:nvPr>
        </p:nvSpPr>
        <p:spPr bwMode="white">
          <a:xfrm rot="18468895">
            <a:off x="6090519" y="2581063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6" name="Textplatzhalter 3"/>
          <p:cNvSpPr>
            <a:spLocks noGrp="1" noChangeAspect="1"/>
          </p:cNvSpPr>
          <p:nvPr>
            <p:ph type="body" sz="quarter" idx="58" hasCustomPrompt="1"/>
          </p:nvPr>
        </p:nvSpPr>
        <p:spPr bwMode="white">
          <a:xfrm rot="11041244">
            <a:off x="2483054" y="3144224"/>
            <a:ext cx="2204126" cy="80242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95888" h="109067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995888" y="109067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7" name="Textplatzhalter 3"/>
          <p:cNvSpPr>
            <a:spLocks noGrp="1" noChangeAspect="1"/>
          </p:cNvSpPr>
          <p:nvPr>
            <p:ph type="body" sz="quarter" idx="59" hasCustomPrompt="1"/>
          </p:nvPr>
        </p:nvSpPr>
        <p:spPr bwMode="white">
          <a:xfrm rot="10320000">
            <a:off x="2608500" y="4603312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8" name="Textplatzhalter 3"/>
          <p:cNvSpPr>
            <a:spLocks noGrp="1" noChangeAspect="1"/>
          </p:cNvSpPr>
          <p:nvPr>
            <p:ph type="body" sz="quarter" idx="60" hasCustomPrompt="1"/>
          </p:nvPr>
        </p:nvSpPr>
        <p:spPr bwMode="white">
          <a:xfrm rot="3540000">
            <a:off x="5861589" y="4897309"/>
            <a:ext cx="1909937" cy="91569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596021"/>
              <a:gd name="connsiteY0" fmla="*/ 35294 h 124463"/>
              <a:gd name="connsiteX1" fmla="*/ 36219 w 2596021"/>
              <a:gd name="connsiteY1" fmla="*/ 73396 h 124463"/>
              <a:gd name="connsiteX2" fmla="*/ 0 w 2596021"/>
              <a:gd name="connsiteY2" fmla="*/ 37306 h 124463"/>
              <a:gd name="connsiteX3" fmla="*/ 35816 w 2596021"/>
              <a:gd name="connsiteY3" fmla="*/ 8 h 124463"/>
              <a:gd name="connsiteX4" fmla="*/ 73065 w 2596021"/>
              <a:gd name="connsiteY4" fmla="*/ 35540 h 124463"/>
              <a:gd name="connsiteX5" fmla="*/ 2596020 w 2596021"/>
              <a:gd name="connsiteY5" fmla="*/ 124462 h 12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021" h="124463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596020" y="124462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9" name="Textplatzhalter 3"/>
          <p:cNvSpPr>
            <a:spLocks noGrp="1" noChangeAspect="1"/>
          </p:cNvSpPr>
          <p:nvPr>
            <p:ph type="body" sz="quarter" idx="61" hasCustomPrompt="1"/>
          </p:nvPr>
        </p:nvSpPr>
        <p:spPr bwMode="white">
          <a:xfrm rot="12197832">
            <a:off x="2201247" y="2579449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0" name="Textplatzhalter 3"/>
          <p:cNvSpPr>
            <a:spLocks noGrp="1" noChangeAspect="1"/>
          </p:cNvSpPr>
          <p:nvPr>
            <p:ph type="body" sz="quarter" idx="62" hasCustomPrompt="1"/>
          </p:nvPr>
        </p:nvSpPr>
        <p:spPr bwMode="white">
          <a:xfrm rot="13889278">
            <a:off x="4708703" y="252068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1" name="Textplatzhalter 3"/>
          <p:cNvSpPr>
            <a:spLocks noGrp="1" noChangeAspect="1"/>
          </p:cNvSpPr>
          <p:nvPr>
            <p:ph type="body" sz="quarter" idx="63" hasCustomPrompt="1"/>
          </p:nvPr>
        </p:nvSpPr>
        <p:spPr bwMode="white">
          <a:xfrm rot="17090839" flipH="1" flipV="1">
            <a:off x="4827733" y="538222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2" name="Textplatzhalter 3"/>
          <p:cNvSpPr>
            <a:spLocks noGrp="1" noChangeAspect="1"/>
          </p:cNvSpPr>
          <p:nvPr>
            <p:ph type="body" sz="quarter" idx="64" hasCustomPrompt="1"/>
          </p:nvPr>
        </p:nvSpPr>
        <p:spPr bwMode="white">
          <a:xfrm rot="12243241" flipH="1" flipV="1">
            <a:off x="8587331" y="4580694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3" name="Textplatzhalter 3"/>
          <p:cNvSpPr>
            <a:spLocks noGrp="1" noChangeAspect="1"/>
          </p:cNvSpPr>
          <p:nvPr>
            <p:ph type="body" sz="quarter" idx="65" hasCustomPrompt="1"/>
          </p:nvPr>
        </p:nvSpPr>
        <p:spPr bwMode="white">
          <a:xfrm rot="10046435" flipH="1" flipV="1">
            <a:off x="8610544" y="3345727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4" name="Textplatzhalter 3"/>
          <p:cNvSpPr>
            <a:spLocks noGrp="1" noChangeAspect="1"/>
          </p:cNvSpPr>
          <p:nvPr>
            <p:ph type="body" sz="quarter" idx="66" hasCustomPrompt="1"/>
          </p:nvPr>
        </p:nvSpPr>
        <p:spPr bwMode="white">
          <a:xfrm rot="2851924">
            <a:off x="6698739" y="4854467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5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5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57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58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59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0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1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8" name="Textplatzhalter 3"/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396000" y="5252601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69" name="Textplatzhalter 3"/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4223026" y="5252601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CorpoS 15 pt. // kleineren Text: Listenebene erhöhen</a:t>
            </a:r>
          </a:p>
        </p:txBody>
      </p:sp>
      <p:sp>
        <p:nvSpPr>
          <p:cNvPr id="70" name="Textplatzhalter 3"/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6134851" y="5252601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CorpoS 15 pt. // kleineren Text: Listenebene erhöhen</a:t>
            </a:r>
          </a:p>
        </p:txBody>
      </p:sp>
      <p:sp>
        <p:nvSpPr>
          <p:cNvPr id="71" name="Textplatzhalter 3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8046674" y="1512000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2" name="Textplatzhalter 3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4223026" y="1512000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CorpoS 15 pt. // kleineren Text: Listenebene erhöhen</a:t>
            </a:r>
          </a:p>
        </p:txBody>
      </p:sp>
      <p:sp>
        <p:nvSpPr>
          <p:cNvPr id="73" name="Textplatzhalter 3"/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6134851" y="1512000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CorpoS 15 pt. // kleineren Text: Listenebene erhöhen</a:t>
            </a:r>
          </a:p>
        </p:txBody>
      </p:sp>
      <p:sp>
        <p:nvSpPr>
          <p:cNvPr id="74" name="Textplatzhalter 3"/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8046674" y="5252601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6" name="Textplatzhalter 3"/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396000" y="1512000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7" name="Textplatzhalter 3"/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396000" y="2758867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8" name="Textplatzhalter 3"/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396000" y="4005735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9" name="Textplatzhalter 3"/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9245474" y="4005735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80" name="Textplatzhalter 3"/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9245474" y="2758867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</p:spTree>
    <p:extLst>
      <p:ext uri="{BB962C8B-B14F-4D97-AF65-F5344CB8AC3E}">
        <p14:creationId xmlns:p14="http://schemas.microsoft.com/office/powerpoint/2010/main" val="291042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0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2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28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29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30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31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33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34" name="Textplatzhalt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96000" y="1511301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5" name="Textplatzhalter 3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396000" y="1979418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6" name="Textplatzhalter 3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96000" y="2915651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7" name="Textplatzhalter 3"/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396000" y="4320000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8" name="Textplatzhalter 3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396000" y="2447534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9" name="Textplatzhalter 3"/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396000" y="3851886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40" name="Textplatzhalter 3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396000" y="3383769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41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222800" y="1511300"/>
            <a:ext cx="7578675" cy="32047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</p:spTree>
    <p:extLst>
      <p:ext uri="{BB962C8B-B14F-4D97-AF65-F5344CB8AC3E}">
        <p14:creationId xmlns:p14="http://schemas.microsoft.com/office/powerpoint/2010/main" val="3472027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5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59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60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1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2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0" y="4044227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3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8046676" y="1512000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4" name="Bildplatzhalter 8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046676" y="4044227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5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221337" y="1512000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6" name="Bildplatzhalter 8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21337" y="4044227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5999" y="3501248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68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69" name="Textplatzhalt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221337" y="3501248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70" name="Textplatzhalter 3"/>
          <p:cNvSpPr>
            <a:spLocks noGrp="1"/>
          </p:cNvSpPr>
          <p:nvPr>
            <p:ph type="body" sz="quarter" idx="22" hasCustomPrompt="1"/>
          </p:nvPr>
        </p:nvSpPr>
        <p:spPr>
          <a:xfrm>
            <a:off x="8046676" y="3501248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71" name="Textplatzhalter 3"/>
          <p:cNvSpPr>
            <a:spLocks noGrp="1"/>
          </p:cNvSpPr>
          <p:nvPr>
            <p:ph type="body" sz="quarter" idx="23" hasCustomPrompt="1"/>
          </p:nvPr>
        </p:nvSpPr>
        <p:spPr>
          <a:xfrm>
            <a:off x="4221338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72" name="Textplatzhalter 3"/>
          <p:cNvSpPr>
            <a:spLocks noGrp="1"/>
          </p:cNvSpPr>
          <p:nvPr>
            <p:ph type="body" sz="quarter" idx="24" hasCustomPrompt="1"/>
          </p:nvPr>
        </p:nvSpPr>
        <p:spPr>
          <a:xfrm>
            <a:off x="8046676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73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74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75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9270784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31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32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33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34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3754800" cy="37548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5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8046676" y="1512000"/>
            <a:ext cx="3754800" cy="37548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6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221337" y="1512000"/>
            <a:ext cx="3754800" cy="37548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5999" y="531360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38" name="Textplatzhalt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221337" y="531360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39" name="Textplatzhalter 3"/>
          <p:cNvSpPr>
            <a:spLocks noGrp="1"/>
          </p:cNvSpPr>
          <p:nvPr>
            <p:ph type="body" sz="quarter" idx="22" hasCustomPrompt="1"/>
          </p:nvPr>
        </p:nvSpPr>
        <p:spPr>
          <a:xfrm>
            <a:off x="8046676" y="531360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0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1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2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79637409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31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32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33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34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6663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5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1" y="4044227"/>
            <a:ext cx="56663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6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1" y="3501248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37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2" y="6030980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38" name="Bildplatzhalter 8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135076" y="1511300"/>
            <a:ext cx="56663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9" name="Bildplatzhalter 8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35076" y="4043527"/>
            <a:ext cx="56663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0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6135076" y="3500548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1" name="Textplatzhalter 3"/>
          <p:cNvSpPr>
            <a:spLocks noGrp="1"/>
          </p:cNvSpPr>
          <p:nvPr>
            <p:ph type="body" sz="quarter" idx="28" hasCustomPrompt="1"/>
          </p:nvPr>
        </p:nvSpPr>
        <p:spPr>
          <a:xfrm>
            <a:off x="6135076" y="6030280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2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3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4" name="Textplatzhalter 3"/>
          <p:cNvSpPr>
            <a:spLocks noGrp="1"/>
          </p:cNvSpPr>
          <p:nvPr>
            <p:ph type="body" sz="quarter" idx="2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81439056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39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40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41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42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3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0" y="4044227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4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0" y="35012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5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60309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6" name="Bildplatzhalter 8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134849" y="1511300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7" name="Bildplatzhalter 8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34849" y="4043527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8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6134849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9" name="Textplatzhalter 3"/>
          <p:cNvSpPr>
            <a:spLocks noGrp="1"/>
          </p:cNvSpPr>
          <p:nvPr>
            <p:ph type="body" sz="quarter" idx="28" hasCustomPrompt="1"/>
          </p:nvPr>
        </p:nvSpPr>
        <p:spPr>
          <a:xfrm>
            <a:off x="6134851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0" name="Bildplatzhalter 8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265425" y="1511300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1" name="Bildplatzhalter 8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3265425" y="4043527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2" name="Textplatzhalter 3"/>
          <p:cNvSpPr>
            <a:spLocks noGrp="1"/>
          </p:cNvSpPr>
          <p:nvPr>
            <p:ph type="body" sz="quarter" idx="31" hasCustomPrompt="1"/>
          </p:nvPr>
        </p:nvSpPr>
        <p:spPr>
          <a:xfrm>
            <a:off x="3265425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3" name="Textplatzhalter 3"/>
          <p:cNvSpPr>
            <a:spLocks noGrp="1"/>
          </p:cNvSpPr>
          <p:nvPr>
            <p:ph type="body" sz="quarter" idx="32" hasCustomPrompt="1"/>
          </p:nvPr>
        </p:nvSpPr>
        <p:spPr>
          <a:xfrm>
            <a:off x="3265426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4" name="Bildplatzhalter 8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9004275" y="1511300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5" name="Bildplatzhalter 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004275" y="4043527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6" name="Textplatzhalter 3"/>
          <p:cNvSpPr>
            <a:spLocks noGrp="1"/>
          </p:cNvSpPr>
          <p:nvPr>
            <p:ph type="body" sz="quarter" idx="35" hasCustomPrompt="1"/>
          </p:nvPr>
        </p:nvSpPr>
        <p:spPr>
          <a:xfrm>
            <a:off x="9004275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7" name="Textplatzhalter 3"/>
          <p:cNvSpPr>
            <a:spLocks noGrp="1"/>
          </p:cNvSpPr>
          <p:nvPr>
            <p:ph type="body" sz="quarter" idx="36" hasCustomPrompt="1"/>
          </p:nvPr>
        </p:nvSpPr>
        <p:spPr>
          <a:xfrm>
            <a:off x="9004275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8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59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0" name="Textplatzhalter 3"/>
          <p:cNvSpPr>
            <a:spLocks noGrp="1"/>
          </p:cNvSpPr>
          <p:nvPr>
            <p:ph type="body" sz="quarter" idx="3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642853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s mit Textanmerk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omplett" hidden="1"/>
          <p:cNvSpPr/>
          <p:nvPr userDrawn="1"/>
        </p:nvSpPr>
        <p:spPr>
          <a:xfrm>
            <a:off x="395880" y="1511767"/>
            <a:ext cx="11399452" cy="3895508"/>
          </a:xfrm>
          <a:prstGeom prst="rect">
            <a:avLst/>
          </a:prstGeom>
          <a:solidFill>
            <a:schemeClr val="accent1"/>
          </a:solidFill>
          <a:ln w="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/>
          </a:p>
        </p:txBody>
      </p:sp>
      <p:grpSp>
        <p:nvGrpSpPr>
          <p:cNvPr id="64" name="Horizontal // fein" hidden="1"/>
          <p:cNvGrpSpPr/>
          <p:nvPr userDrawn="1"/>
        </p:nvGrpSpPr>
        <p:grpSpPr>
          <a:xfrm>
            <a:off x="395880" y="1511767"/>
            <a:ext cx="11399452" cy="3895508"/>
            <a:chOff x="396086" y="1511767"/>
            <a:chExt cx="11405389" cy="3895508"/>
          </a:xfrm>
        </p:grpSpPr>
        <p:sp>
          <p:nvSpPr>
            <p:cNvPr id="44" name="Links // Links"/>
            <p:cNvSpPr/>
            <p:nvPr userDrawn="1"/>
          </p:nvSpPr>
          <p:spPr>
            <a:xfrm>
              <a:off x="39608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5" name="Links // Rechts"/>
            <p:cNvSpPr/>
            <p:nvPr userDrawn="1"/>
          </p:nvSpPr>
          <p:spPr>
            <a:xfrm>
              <a:off x="2308774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6" name="Rechts // Links"/>
            <p:cNvSpPr/>
            <p:nvPr userDrawn="1"/>
          </p:nvSpPr>
          <p:spPr>
            <a:xfrm>
              <a:off x="8046838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7" name="Rechts // Rechts"/>
            <p:cNvSpPr/>
            <p:nvPr userDrawn="1"/>
          </p:nvSpPr>
          <p:spPr>
            <a:xfrm>
              <a:off x="995952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8" name="Mitte // Links"/>
            <p:cNvSpPr/>
            <p:nvPr userDrawn="1"/>
          </p:nvSpPr>
          <p:spPr>
            <a:xfrm>
              <a:off x="4221462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9" name="Mitte // Rechts"/>
            <p:cNvSpPr/>
            <p:nvPr userDrawn="1"/>
          </p:nvSpPr>
          <p:spPr>
            <a:xfrm>
              <a:off x="6134150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0" name="Links // Links"/>
            <p:cNvSpPr/>
            <p:nvPr userDrawn="1"/>
          </p:nvSpPr>
          <p:spPr>
            <a:xfrm>
              <a:off x="1352430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1" name="Links // Rechts"/>
            <p:cNvSpPr/>
            <p:nvPr userDrawn="1"/>
          </p:nvSpPr>
          <p:spPr>
            <a:xfrm>
              <a:off x="3265118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2" name="Rechts // Links"/>
            <p:cNvSpPr/>
            <p:nvPr userDrawn="1"/>
          </p:nvSpPr>
          <p:spPr>
            <a:xfrm>
              <a:off x="9003182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3" name="Rechts // Rechts"/>
            <p:cNvSpPr/>
            <p:nvPr userDrawn="1"/>
          </p:nvSpPr>
          <p:spPr>
            <a:xfrm>
              <a:off x="10915875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4" name="Mitte // Links"/>
            <p:cNvSpPr/>
            <p:nvPr userDrawn="1"/>
          </p:nvSpPr>
          <p:spPr>
            <a:xfrm>
              <a:off x="517780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5" name="Mitte // Rechts"/>
            <p:cNvSpPr/>
            <p:nvPr userDrawn="1"/>
          </p:nvSpPr>
          <p:spPr>
            <a:xfrm>
              <a:off x="7090494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65" name="Abstand Horizontal // fein" hidden="1"/>
          <p:cNvGrpSpPr/>
          <p:nvPr userDrawn="1"/>
        </p:nvGrpSpPr>
        <p:grpSpPr>
          <a:xfrm>
            <a:off x="1280393" y="1511767"/>
            <a:ext cx="9630427" cy="3895508"/>
            <a:chOff x="1281058" y="1511767"/>
            <a:chExt cx="9635443" cy="3895508"/>
          </a:xfrm>
        </p:grpSpPr>
        <p:sp>
          <p:nvSpPr>
            <p:cNvPr id="58" name="Abstand Rechts // Mitte"/>
            <p:cNvSpPr/>
            <p:nvPr userDrawn="1"/>
          </p:nvSpPr>
          <p:spPr>
            <a:xfrm>
              <a:off x="8931814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9" name="Abstand Links // Mitte"/>
            <p:cNvSpPr/>
            <p:nvPr userDrawn="1"/>
          </p:nvSpPr>
          <p:spPr>
            <a:xfrm>
              <a:off x="1281058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0" name="Abstand Mitte // Mitte"/>
            <p:cNvSpPr/>
            <p:nvPr userDrawn="1"/>
          </p:nvSpPr>
          <p:spPr>
            <a:xfrm>
              <a:off x="5106436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1" name="Abstand Rechts // Mitte"/>
            <p:cNvSpPr/>
            <p:nvPr userDrawn="1"/>
          </p:nvSpPr>
          <p:spPr>
            <a:xfrm>
              <a:off x="10844501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2" name="Abstand Links // Mitte"/>
            <p:cNvSpPr/>
            <p:nvPr userDrawn="1"/>
          </p:nvSpPr>
          <p:spPr>
            <a:xfrm>
              <a:off x="3193747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3" name="Abstand Mitte // Mitte"/>
            <p:cNvSpPr/>
            <p:nvPr userDrawn="1"/>
          </p:nvSpPr>
          <p:spPr>
            <a:xfrm>
              <a:off x="7019125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56" name="Horizontal // grob" hidden="1"/>
          <p:cNvGrpSpPr/>
          <p:nvPr userDrawn="1"/>
        </p:nvGrpSpPr>
        <p:grpSpPr>
          <a:xfrm>
            <a:off x="395880" y="1511300"/>
            <a:ext cx="11399452" cy="3895976"/>
            <a:chOff x="396086" y="1511300"/>
            <a:chExt cx="11405389" cy="3895976"/>
          </a:xfrm>
        </p:grpSpPr>
        <p:sp>
          <p:nvSpPr>
            <p:cNvPr id="25" name="Links // Links"/>
            <p:cNvSpPr/>
            <p:nvPr userDrawn="1"/>
          </p:nvSpPr>
          <p:spPr>
            <a:xfrm>
              <a:off x="396086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6" name="Links // Rechts"/>
            <p:cNvSpPr/>
            <p:nvPr userDrawn="1"/>
          </p:nvSpPr>
          <p:spPr>
            <a:xfrm>
              <a:off x="2309244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7" name="Rechts // Links"/>
            <p:cNvSpPr/>
            <p:nvPr userDrawn="1"/>
          </p:nvSpPr>
          <p:spPr>
            <a:xfrm>
              <a:off x="8048718" y="1511768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8" name="Rechts // Rechts"/>
            <p:cNvSpPr/>
            <p:nvPr userDrawn="1"/>
          </p:nvSpPr>
          <p:spPr>
            <a:xfrm>
              <a:off x="9961875" y="1511768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9" name="Mitte // Links"/>
            <p:cNvSpPr/>
            <p:nvPr userDrawn="1"/>
          </p:nvSpPr>
          <p:spPr>
            <a:xfrm>
              <a:off x="4222402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0" name="Mitte // Rechts"/>
            <p:cNvSpPr/>
            <p:nvPr userDrawn="1"/>
          </p:nvSpPr>
          <p:spPr>
            <a:xfrm>
              <a:off x="6135560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3" name="Links"/>
            <p:cNvSpPr/>
            <p:nvPr userDrawn="1"/>
          </p:nvSpPr>
          <p:spPr>
            <a:xfrm>
              <a:off x="396086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6" name="Mitte"/>
            <p:cNvSpPr/>
            <p:nvPr userDrawn="1"/>
          </p:nvSpPr>
          <p:spPr>
            <a:xfrm>
              <a:off x="4221380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4" name="Rechts"/>
            <p:cNvSpPr/>
            <p:nvPr userDrawn="1"/>
          </p:nvSpPr>
          <p:spPr>
            <a:xfrm>
              <a:off x="8046675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67" name="Abstand Horizontal // grob" hidden="1"/>
          <p:cNvGrpSpPr/>
          <p:nvPr userDrawn="1"/>
        </p:nvGrpSpPr>
        <p:grpSpPr>
          <a:xfrm>
            <a:off x="2235301" y="1511300"/>
            <a:ext cx="7720610" cy="3895508"/>
            <a:chOff x="2236465" y="1511300"/>
            <a:chExt cx="7724631" cy="3895508"/>
          </a:xfrm>
        </p:grpSpPr>
        <p:sp>
          <p:nvSpPr>
            <p:cNvPr id="33" name="Abstand Links"/>
            <p:cNvSpPr/>
            <p:nvPr userDrawn="1"/>
          </p:nvSpPr>
          <p:spPr>
            <a:xfrm>
              <a:off x="4150133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5" name="Abstand Rechts"/>
            <p:cNvSpPr/>
            <p:nvPr userDrawn="1"/>
          </p:nvSpPr>
          <p:spPr>
            <a:xfrm>
              <a:off x="7975427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1" name="Abstand Rechts // Mitte"/>
            <p:cNvSpPr/>
            <p:nvPr userDrawn="1"/>
          </p:nvSpPr>
          <p:spPr>
            <a:xfrm>
              <a:off x="9889096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2" name="Abstand Links // Mitte"/>
            <p:cNvSpPr/>
            <p:nvPr userDrawn="1"/>
          </p:nvSpPr>
          <p:spPr>
            <a:xfrm>
              <a:off x="2236465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3" name="Abstand Mitte // Mitte"/>
            <p:cNvSpPr/>
            <p:nvPr userDrawn="1"/>
          </p:nvSpPr>
          <p:spPr>
            <a:xfrm>
              <a:off x="6062781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99" name="Vertikal" hidden="1"/>
          <p:cNvGrpSpPr/>
          <p:nvPr userDrawn="1"/>
        </p:nvGrpSpPr>
        <p:grpSpPr>
          <a:xfrm>
            <a:off x="395082" y="1511299"/>
            <a:ext cx="11400250" cy="3895976"/>
            <a:chOff x="395287" y="1511299"/>
            <a:chExt cx="11406188" cy="3895976"/>
          </a:xfrm>
        </p:grpSpPr>
        <p:sp>
          <p:nvSpPr>
            <p:cNvPr id="19" name="Oben // Oben"/>
            <p:cNvSpPr/>
            <p:nvPr userDrawn="1"/>
          </p:nvSpPr>
          <p:spPr>
            <a:xfrm>
              <a:off x="396086" y="1511299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0" name="Oben // Unten"/>
            <p:cNvSpPr/>
            <p:nvPr userDrawn="1"/>
          </p:nvSpPr>
          <p:spPr>
            <a:xfrm>
              <a:off x="396086" y="2502758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1" name="Unten // Oben"/>
            <p:cNvSpPr/>
            <p:nvPr userDrawn="1"/>
          </p:nvSpPr>
          <p:spPr>
            <a:xfrm>
              <a:off x="395287" y="3494217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2" name="Unten // Unten"/>
            <p:cNvSpPr/>
            <p:nvPr userDrawn="1"/>
          </p:nvSpPr>
          <p:spPr>
            <a:xfrm>
              <a:off x="396086" y="4485675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16" name="Oben"/>
            <p:cNvSpPr/>
            <p:nvPr userDrawn="1"/>
          </p:nvSpPr>
          <p:spPr>
            <a:xfrm>
              <a:off x="396086" y="1511300"/>
              <a:ext cx="11405389" cy="191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18" name="Unten"/>
            <p:cNvSpPr/>
            <p:nvPr userDrawn="1"/>
          </p:nvSpPr>
          <p:spPr>
            <a:xfrm>
              <a:off x="396086" y="3495675"/>
              <a:ext cx="11405389" cy="191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98" name="Abstand Vertikal" hidden="1"/>
          <p:cNvGrpSpPr/>
          <p:nvPr userDrawn="1"/>
        </p:nvGrpSpPr>
        <p:grpSpPr>
          <a:xfrm>
            <a:off x="395880" y="2431828"/>
            <a:ext cx="11399452" cy="2054918"/>
            <a:chOff x="396086" y="2431828"/>
            <a:chExt cx="11405389" cy="2054918"/>
          </a:xfrm>
        </p:grpSpPr>
        <p:sp>
          <p:nvSpPr>
            <p:cNvPr id="29" name="Abstand Mitte"/>
            <p:cNvSpPr/>
            <p:nvPr userDrawn="1"/>
          </p:nvSpPr>
          <p:spPr>
            <a:xfrm>
              <a:off x="396885" y="3423287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1" name="Abstand Oben // Mitte"/>
            <p:cNvSpPr/>
            <p:nvPr userDrawn="1"/>
          </p:nvSpPr>
          <p:spPr>
            <a:xfrm>
              <a:off x="396086" y="2431828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2" name="Abstand Unten // Mitte"/>
            <p:cNvSpPr/>
            <p:nvPr userDrawn="1"/>
          </p:nvSpPr>
          <p:spPr>
            <a:xfrm>
              <a:off x="396086" y="4414746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sp>
        <p:nvSpPr>
          <p:cNvPr id="86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87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88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90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5436002"/>
            <a:ext cx="11406187" cy="9902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  <a:defRPr/>
            </a:lvl7pPr>
            <a:lvl8pPr>
              <a:spcAft>
                <a:spcPts val="0"/>
              </a:spcAft>
              <a:defRPr/>
            </a:lvl8pPr>
            <a:lvl9pPr>
              <a:spcAft>
                <a:spcPts val="0"/>
              </a:spcAft>
              <a:defRPr/>
            </a:lvl9pPr>
          </a:lstStyle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92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96885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4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308466" y="1511768"/>
            <a:ext cx="1842252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7" name="Bildplatzhalter 8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95288" y="3495677"/>
            <a:ext cx="3753557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0" name="Bildplatzhalter 8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222402" y="2503829"/>
            <a:ext cx="3752492" cy="1910916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1" name="Bildplatzhalter 8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134151" y="4486747"/>
            <a:ext cx="1843200" cy="92006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2" name="Bildplatzhalter 8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222402" y="4486747"/>
            <a:ext cx="1843200" cy="92006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3" name="Bildplatzhalter 8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046676" y="3495677"/>
            <a:ext cx="3754800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4" name="Bildplatzhalter 8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046677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5" name="Bildplatzhalter 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961876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6" name="Bildplatzhalter 8"/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6133884" y="1511768"/>
            <a:ext cx="1843200" cy="92006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7" name="Bildplatzhalter 8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222502" y="1511768"/>
            <a:ext cx="1843200" cy="92006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8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9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10" name="Textplatzhalter 3"/>
          <p:cNvSpPr>
            <a:spLocks noGrp="1"/>
          </p:cNvSpPr>
          <p:nvPr>
            <p:ph type="body" sz="quarter" idx="3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11" name="Textplatzhalter 7"/>
          <p:cNvSpPr>
            <a:spLocks noGrp="1"/>
          </p:cNvSpPr>
          <p:nvPr>
            <p:ph type="body" sz="quarter" idx="38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</p:spTree>
    <p:extLst>
      <p:ext uri="{BB962C8B-B14F-4D97-AF65-F5344CB8AC3E}">
        <p14:creationId xmlns:p14="http://schemas.microsoft.com/office/powerpoint/2010/main" val="9442347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s mit Textanmerkung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omplett" hidden="1"/>
          <p:cNvSpPr/>
          <p:nvPr userDrawn="1"/>
        </p:nvSpPr>
        <p:spPr>
          <a:xfrm>
            <a:off x="395880" y="1511767"/>
            <a:ext cx="11399452" cy="3895508"/>
          </a:xfrm>
          <a:prstGeom prst="rect">
            <a:avLst/>
          </a:prstGeom>
          <a:solidFill>
            <a:schemeClr val="accent1"/>
          </a:solidFill>
          <a:ln w="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/>
          </a:p>
        </p:txBody>
      </p:sp>
      <p:grpSp>
        <p:nvGrpSpPr>
          <p:cNvPr id="64" name="Horizontal // fein" hidden="1"/>
          <p:cNvGrpSpPr/>
          <p:nvPr userDrawn="1"/>
        </p:nvGrpSpPr>
        <p:grpSpPr>
          <a:xfrm>
            <a:off x="395880" y="1511767"/>
            <a:ext cx="11399452" cy="3895508"/>
            <a:chOff x="396086" y="1511767"/>
            <a:chExt cx="11405389" cy="3895508"/>
          </a:xfrm>
        </p:grpSpPr>
        <p:sp>
          <p:nvSpPr>
            <p:cNvPr id="44" name="Links // Links"/>
            <p:cNvSpPr/>
            <p:nvPr userDrawn="1"/>
          </p:nvSpPr>
          <p:spPr>
            <a:xfrm>
              <a:off x="39608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5" name="Links // Rechts"/>
            <p:cNvSpPr/>
            <p:nvPr userDrawn="1"/>
          </p:nvSpPr>
          <p:spPr>
            <a:xfrm>
              <a:off x="2308774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6" name="Rechts // Links"/>
            <p:cNvSpPr/>
            <p:nvPr userDrawn="1"/>
          </p:nvSpPr>
          <p:spPr>
            <a:xfrm>
              <a:off x="8046838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7" name="Rechts // Rechts"/>
            <p:cNvSpPr/>
            <p:nvPr userDrawn="1"/>
          </p:nvSpPr>
          <p:spPr>
            <a:xfrm>
              <a:off x="995952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8" name="Mitte // Links"/>
            <p:cNvSpPr/>
            <p:nvPr userDrawn="1"/>
          </p:nvSpPr>
          <p:spPr>
            <a:xfrm>
              <a:off x="4221462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9" name="Mitte // Rechts"/>
            <p:cNvSpPr/>
            <p:nvPr userDrawn="1"/>
          </p:nvSpPr>
          <p:spPr>
            <a:xfrm>
              <a:off x="6134150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0" name="Links // Links"/>
            <p:cNvSpPr/>
            <p:nvPr userDrawn="1"/>
          </p:nvSpPr>
          <p:spPr>
            <a:xfrm>
              <a:off x="1352430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1" name="Links // Rechts"/>
            <p:cNvSpPr/>
            <p:nvPr userDrawn="1"/>
          </p:nvSpPr>
          <p:spPr>
            <a:xfrm>
              <a:off x="3265118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2" name="Rechts // Links"/>
            <p:cNvSpPr/>
            <p:nvPr userDrawn="1"/>
          </p:nvSpPr>
          <p:spPr>
            <a:xfrm>
              <a:off x="9003182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3" name="Rechts // Rechts"/>
            <p:cNvSpPr/>
            <p:nvPr userDrawn="1"/>
          </p:nvSpPr>
          <p:spPr>
            <a:xfrm>
              <a:off x="10915875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4" name="Mitte // Links"/>
            <p:cNvSpPr/>
            <p:nvPr userDrawn="1"/>
          </p:nvSpPr>
          <p:spPr>
            <a:xfrm>
              <a:off x="517780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5" name="Mitte // Rechts"/>
            <p:cNvSpPr/>
            <p:nvPr userDrawn="1"/>
          </p:nvSpPr>
          <p:spPr>
            <a:xfrm>
              <a:off x="7090494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65" name="Abstand Horizontal // fein" hidden="1"/>
          <p:cNvGrpSpPr/>
          <p:nvPr userDrawn="1"/>
        </p:nvGrpSpPr>
        <p:grpSpPr>
          <a:xfrm>
            <a:off x="1280393" y="1511767"/>
            <a:ext cx="9630427" cy="3895508"/>
            <a:chOff x="1281058" y="1511767"/>
            <a:chExt cx="9635443" cy="3895508"/>
          </a:xfrm>
        </p:grpSpPr>
        <p:sp>
          <p:nvSpPr>
            <p:cNvPr id="58" name="Abstand Rechts // Mitte"/>
            <p:cNvSpPr/>
            <p:nvPr userDrawn="1"/>
          </p:nvSpPr>
          <p:spPr>
            <a:xfrm>
              <a:off x="8931814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9" name="Abstand Links // Mitte"/>
            <p:cNvSpPr/>
            <p:nvPr userDrawn="1"/>
          </p:nvSpPr>
          <p:spPr>
            <a:xfrm>
              <a:off x="1281058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0" name="Abstand Mitte // Mitte"/>
            <p:cNvSpPr/>
            <p:nvPr userDrawn="1"/>
          </p:nvSpPr>
          <p:spPr>
            <a:xfrm>
              <a:off x="5106436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1" name="Abstand Rechts // Mitte"/>
            <p:cNvSpPr/>
            <p:nvPr userDrawn="1"/>
          </p:nvSpPr>
          <p:spPr>
            <a:xfrm>
              <a:off x="10844501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2" name="Abstand Links // Mitte"/>
            <p:cNvSpPr/>
            <p:nvPr userDrawn="1"/>
          </p:nvSpPr>
          <p:spPr>
            <a:xfrm>
              <a:off x="3193747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3" name="Abstand Mitte // Mitte"/>
            <p:cNvSpPr/>
            <p:nvPr userDrawn="1"/>
          </p:nvSpPr>
          <p:spPr>
            <a:xfrm>
              <a:off x="7019125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56" name="Horizontal // grob" hidden="1"/>
          <p:cNvGrpSpPr/>
          <p:nvPr userDrawn="1"/>
        </p:nvGrpSpPr>
        <p:grpSpPr>
          <a:xfrm>
            <a:off x="395880" y="1511300"/>
            <a:ext cx="11399452" cy="3895976"/>
            <a:chOff x="396086" y="1511300"/>
            <a:chExt cx="11405389" cy="3895976"/>
          </a:xfrm>
        </p:grpSpPr>
        <p:sp>
          <p:nvSpPr>
            <p:cNvPr id="25" name="Links // Links"/>
            <p:cNvSpPr/>
            <p:nvPr userDrawn="1"/>
          </p:nvSpPr>
          <p:spPr>
            <a:xfrm>
              <a:off x="396086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6" name="Links // Rechts"/>
            <p:cNvSpPr/>
            <p:nvPr userDrawn="1"/>
          </p:nvSpPr>
          <p:spPr>
            <a:xfrm>
              <a:off x="2309244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7" name="Rechts // Links"/>
            <p:cNvSpPr/>
            <p:nvPr userDrawn="1"/>
          </p:nvSpPr>
          <p:spPr>
            <a:xfrm>
              <a:off x="8048718" y="1511768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8" name="Rechts // Rechts"/>
            <p:cNvSpPr/>
            <p:nvPr userDrawn="1"/>
          </p:nvSpPr>
          <p:spPr>
            <a:xfrm>
              <a:off x="9961875" y="1511768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9" name="Mitte // Links"/>
            <p:cNvSpPr/>
            <p:nvPr userDrawn="1"/>
          </p:nvSpPr>
          <p:spPr>
            <a:xfrm>
              <a:off x="4222402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0" name="Mitte // Rechts"/>
            <p:cNvSpPr/>
            <p:nvPr userDrawn="1"/>
          </p:nvSpPr>
          <p:spPr>
            <a:xfrm>
              <a:off x="6135560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3" name="Links"/>
            <p:cNvSpPr/>
            <p:nvPr userDrawn="1"/>
          </p:nvSpPr>
          <p:spPr>
            <a:xfrm>
              <a:off x="396086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6" name="Mitte"/>
            <p:cNvSpPr/>
            <p:nvPr userDrawn="1"/>
          </p:nvSpPr>
          <p:spPr>
            <a:xfrm>
              <a:off x="4221380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4" name="Rechts"/>
            <p:cNvSpPr/>
            <p:nvPr userDrawn="1"/>
          </p:nvSpPr>
          <p:spPr>
            <a:xfrm>
              <a:off x="8046675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67" name="Abstand Horizontal // grob" hidden="1"/>
          <p:cNvGrpSpPr/>
          <p:nvPr userDrawn="1"/>
        </p:nvGrpSpPr>
        <p:grpSpPr>
          <a:xfrm>
            <a:off x="2235301" y="1511300"/>
            <a:ext cx="7720610" cy="3895508"/>
            <a:chOff x="2236465" y="1511300"/>
            <a:chExt cx="7724631" cy="3895508"/>
          </a:xfrm>
        </p:grpSpPr>
        <p:sp>
          <p:nvSpPr>
            <p:cNvPr id="33" name="Abstand Links"/>
            <p:cNvSpPr/>
            <p:nvPr userDrawn="1"/>
          </p:nvSpPr>
          <p:spPr>
            <a:xfrm>
              <a:off x="4150133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5" name="Abstand Rechts"/>
            <p:cNvSpPr/>
            <p:nvPr userDrawn="1"/>
          </p:nvSpPr>
          <p:spPr>
            <a:xfrm>
              <a:off x="7975427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1" name="Abstand Rechts // Mitte"/>
            <p:cNvSpPr/>
            <p:nvPr userDrawn="1"/>
          </p:nvSpPr>
          <p:spPr>
            <a:xfrm>
              <a:off x="9889096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2" name="Abstand Links // Mitte"/>
            <p:cNvSpPr/>
            <p:nvPr userDrawn="1"/>
          </p:nvSpPr>
          <p:spPr>
            <a:xfrm>
              <a:off x="2236465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3" name="Abstand Mitte // Mitte"/>
            <p:cNvSpPr/>
            <p:nvPr userDrawn="1"/>
          </p:nvSpPr>
          <p:spPr>
            <a:xfrm>
              <a:off x="6062781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99" name="Vertikal" hidden="1"/>
          <p:cNvGrpSpPr/>
          <p:nvPr userDrawn="1"/>
        </p:nvGrpSpPr>
        <p:grpSpPr>
          <a:xfrm>
            <a:off x="395082" y="1511299"/>
            <a:ext cx="11400250" cy="3895976"/>
            <a:chOff x="395287" y="1511299"/>
            <a:chExt cx="11406188" cy="3895976"/>
          </a:xfrm>
        </p:grpSpPr>
        <p:sp>
          <p:nvSpPr>
            <p:cNvPr id="19" name="Oben // Oben"/>
            <p:cNvSpPr/>
            <p:nvPr userDrawn="1"/>
          </p:nvSpPr>
          <p:spPr>
            <a:xfrm>
              <a:off x="396086" y="1511299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0" name="Oben // Unten"/>
            <p:cNvSpPr/>
            <p:nvPr userDrawn="1"/>
          </p:nvSpPr>
          <p:spPr>
            <a:xfrm>
              <a:off x="396086" y="2502758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1" name="Unten // Oben"/>
            <p:cNvSpPr/>
            <p:nvPr userDrawn="1"/>
          </p:nvSpPr>
          <p:spPr>
            <a:xfrm>
              <a:off x="395287" y="3494217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2" name="Unten // Unten"/>
            <p:cNvSpPr/>
            <p:nvPr userDrawn="1"/>
          </p:nvSpPr>
          <p:spPr>
            <a:xfrm>
              <a:off x="396086" y="4485675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16" name="Oben"/>
            <p:cNvSpPr/>
            <p:nvPr userDrawn="1"/>
          </p:nvSpPr>
          <p:spPr>
            <a:xfrm>
              <a:off x="396086" y="1511300"/>
              <a:ext cx="11405389" cy="191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18" name="Unten"/>
            <p:cNvSpPr/>
            <p:nvPr userDrawn="1"/>
          </p:nvSpPr>
          <p:spPr>
            <a:xfrm>
              <a:off x="396086" y="3495675"/>
              <a:ext cx="11405389" cy="191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98" name="Abstand Vertikal" hidden="1"/>
          <p:cNvGrpSpPr/>
          <p:nvPr userDrawn="1"/>
        </p:nvGrpSpPr>
        <p:grpSpPr>
          <a:xfrm>
            <a:off x="395880" y="2431828"/>
            <a:ext cx="11399452" cy="2054918"/>
            <a:chOff x="396086" y="2431828"/>
            <a:chExt cx="11405389" cy="2054918"/>
          </a:xfrm>
        </p:grpSpPr>
        <p:sp>
          <p:nvSpPr>
            <p:cNvPr id="29" name="Abstand Mitte"/>
            <p:cNvSpPr/>
            <p:nvPr userDrawn="1"/>
          </p:nvSpPr>
          <p:spPr>
            <a:xfrm>
              <a:off x="396885" y="3423287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1" name="Abstand Oben // Mitte"/>
            <p:cNvSpPr/>
            <p:nvPr userDrawn="1"/>
          </p:nvSpPr>
          <p:spPr>
            <a:xfrm>
              <a:off x="396086" y="2431828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2" name="Abstand Unten // Mitte"/>
            <p:cNvSpPr/>
            <p:nvPr userDrawn="1"/>
          </p:nvSpPr>
          <p:spPr>
            <a:xfrm>
              <a:off x="396086" y="4414746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sp>
        <p:nvSpPr>
          <p:cNvPr id="83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84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578400" y="6552000"/>
            <a:ext cx="7848000" cy="306000"/>
          </a:xfrm>
        </p:spPr>
        <p:txBody>
          <a:bodyPr/>
          <a:lstStyle/>
          <a:p>
            <a:r>
              <a:rPr lang="en-US" noProof="0"/>
              <a:t>Schedule CIVIC Gen20x.i3 | RD/MHC | V7.0 | Date: 28.06.2023</a:t>
            </a:r>
            <a:endParaRPr lang="de-DE" noProof="0"/>
          </a:p>
        </p:txBody>
      </p:sp>
      <p:sp>
        <p:nvSpPr>
          <p:cNvPr id="85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8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5436002"/>
            <a:ext cx="11406187" cy="9902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  <a:defRPr/>
            </a:lvl7pPr>
            <a:lvl8pPr>
              <a:spcAft>
                <a:spcPts val="0"/>
              </a:spcAft>
              <a:defRPr/>
            </a:lvl8pPr>
            <a:lvl9pPr>
              <a:spcAft>
                <a:spcPts val="0"/>
              </a:spcAft>
              <a:defRPr/>
            </a:lvl9pPr>
          </a:lstStyle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87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96885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88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308466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0" name="Bildplatzhalter 8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95288" y="3495677"/>
            <a:ext cx="3753557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2" name="Bildplatzhalter 8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134151" y="3495677"/>
            <a:ext cx="1843200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4" name="Bildplatzhalter 8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222402" y="3495677"/>
            <a:ext cx="1843200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7" name="Bildplatzhalter 8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046676" y="3495677"/>
            <a:ext cx="3754800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0" name="Bildplatzhalter 8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046677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1" name="Bildplatzhalter 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961876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2" name="Bildplatzhalter 8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222500" y="1511768"/>
            <a:ext cx="37548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3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4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5" name="Textplatzhalter 3"/>
          <p:cNvSpPr>
            <a:spLocks noGrp="1"/>
          </p:cNvSpPr>
          <p:nvPr>
            <p:ph type="body" sz="quarter" idx="3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6" name="Textplatzhalter 7"/>
          <p:cNvSpPr>
            <a:spLocks noGrp="1"/>
          </p:cNvSpPr>
          <p:nvPr>
            <p:ph type="body" sz="quarter" idx="38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</p:spTree>
    <p:extLst>
      <p:ext uri="{BB962C8B-B14F-4D97-AF65-F5344CB8AC3E}">
        <p14:creationId xmlns:p14="http://schemas.microsoft.com/office/powerpoint/2010/main" val="405948646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 mit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"/>
            <a:ext cx="12193200" cy="6858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8" name="Textplatzhalter 3"/>
          <p:cNvSpPr>
            <a:spLocks noGrp="1"/>
          </p:cNvSpPr>
          <p:nvPr>
            <p:ph type="body" sz="quarter" idx="77" hasCustomPrompt="1"/>
          </p:nvPr>
        </p:nvSpPr>
        <p:spPr>
          <a:xfrm>
            <a:off x="4528931" y="366999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14" name="Textplatzhalter 3"/>
          <p:cNvSpPr>
            <a:spLocks noGrp="1"/>
          </p:cNvSpPr>
          <p:nvPr>
            <p:ph type="body" sz="quarter" idx="71" hasCustomPrompt="1"/>
          </p:nvPr>
        </p:nvSpPr>
        <p:spPr>
          <a:xfrm>
            <a:off x="396001" y="1786681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17" name="Textplatzhalter 3"/>
          <p:cNvSpPr>
            <a:spLocks noGrp="1"/>
          </p:cNvSpPr>
          <p:nvPr>
            <p:ph type="body" sz="quarter" idx="72" hasCustomPrompt="1"/>
          </p:nvPr>
        </p:nvSpPr>
        <p:spPr>
          <a:xfrm>
            <a:off x="396001" y="4626044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18" name="Textplatzhalter 3"/>
          <p:cNvSpPr>
            <a:spLocks noGrp="1"/>
          </p:cNvSpPr>
          <p:nvPr>
            <p:ph type="body" sz="quarter" idx="75" hasCustomPrompt="1"/>
          </p:nvPr>
        </p:nvSpPr>
        <p:spPr>
          <a:xfrm>
            <a:off x="396001" y="3206363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19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1" y="366999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0" name="Textplatzhalter 3"/>
          <p:cNvSpPr>
            <a:spLocks noGrp="1"/>
          </p:cNvSpPr>
          <p:nvPr>
            <p:ph type="body" sz="quarter" idx="78" hasCustomPrompt="1"/>
          </p:nvPr>
        </p:nvSpPr>
        <p:spPr>
          <a:xfrm>
            <a:off x="4528931" y="6043658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1" name="Textplatzhalter 3"/>
          <p:cNvSpPr>
            <a:spLocks noGrp="1"/>
          </p:cNvSpPr>
          <p:nvPr>
            <p:ph type="body" sz="quarter" idx="68" hasCustomPrompt="1"/>
          </p:nvPr>
        </p:nvSpPr>
        <p:spPr>
          <a:xfrm>
            <a:off x="396001" y="6045725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2" name="Textplatzhalter 3"/>
          <p:cNvSpPr>
            <a:spLocks noGrp="1"/>
          </p:cNvSpPr>
          <p:nvPr>
            <p:ph type="body" sz="quarter" idx="73" hasCustomPrompt="1"/>
          </p:nvPr>
        </p:nvSpPr>
        <p:spPr>
          <a:xfrm>
            <a:off x="8661861" y="1786164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3" name="Textplatzhalter 3"/>
          <p:cNvSpPr>
            <a:spLocks noGrp="1"/>
          </p:cNvSpPr>
          <p:nvPr>
            <p:ph type="body" sz="quarter" idx="74" hasCustomPrompt="1"/>
          </p:nvPr>
        </p:nvSpPr>
        <p:spPr>
          <a:xfrm>
            <a:off x="8661861" y="4624494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4" name="Textplatzhalter 3"/>
          <p:cNvSpPr>
            <a:spLocks noGrp="1"/>
          </p:cNvSpPr>
          <p:nvPr>
            <p:ph type="body" sz="quarter" idx="76" hasCustomPrompt="1"/>
          </p:nvPr>
        </p:nvSpPr>
        <p:spPr>
          <a:xfrm>
            <a:off x="8661861" y="3205329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5" name="Textplatzhalter 3"/>
          <p:cNvSpPr>
            <a:spLocks noGrp="1"/>
          </p:cNvSpPr>
          <p:nvPr>
            <p:ph type="body" sz="quarter" idx="69" hasCustomPrompt="1"/>
          </p:nvPr>
        </p:nvSpPr>
        <p:spPr>
          <a:xfrm>
            <a:off x="8661861" y="366999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6" name="Textplatzhalter 3"/>
          <p:cNvSpPr>
            <a:spLocks noGrp="1"/>
          </p:cNvSpPr>
          <p:nvPr>
            <p:ph type="body" sz="quarter" idx="70" hasCustomPrompt="1"/>
          </p:nvPr>
        </p:nvSpPr>
        <p:spPr>
          <a:xfrm>
            <a:off x="8661861" y="6043658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7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8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9" name="Textplatzhalter 3"/>
          <p:cNvSpPr>
            <a:spLocks noGrp="1"/>
          </p:cNvSpPr>
          <p:nvPr>
            <p:ph type="body" sz="quarter" idx="7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99667758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Text/Multi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ster" hidden="1"/>
          <p:cNvGrpSpPr/>
          <p:nvPr userDrawn="1"/>
        </p:nvGrpSpPr>
        <p:grpSpPr>
          <a:xfrm>
            <a:off x="-853" y="1"/>
            <a:ext cx="12192855" cy="6858000"/>
            <a:chOff x="-855" y="0"/>
            <a:chExt cx="12199205" cy="6858000"/>
          </a:xfrm>
        </p:grpSpPr>
        <p:sp>
          <p:nvSpPr>
            <p:cNvPr id="24" name="Komplett"/>
            <p:cNvSpPr/>
            <p:nvPr userDrawn="1"/>
          </p:nvSpPr>
          <p:spPr>
            <a:xfrm>
              <a:off x="0" y="822"/>
              <a:ext cx="12198350" cy="6857177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grpSp>
          <p:nvGrpSpPr>
            <p:cNvPr id="2" name="Abstand Horizontal"/>
            <p:cNvGrpSpPr/>
            <p:nvPr userDrawn="1"/>
          </p:nvGrpSpPr>
          <p:grpSpPr>
            <a:xfrm>
              <a:off x="2995458" y="0"/>
              <a:ext cx="6207434" cy="6858000"/>
              <a:chOff x="2995458" y="0"/>
              <a:chExt cx="6207434" cy="6858000"/>
            </a:xfrm>
          </p:grpSpPr>
          <p:sp>
            <p:nvSpPr>
              <p:cNvPr id="28" name="Abstand Links"/>
              <p:cNvSpPr/>
              <p:nvPr userDrawn="1"/>
            </p:nvSpPr>
            <p:spPr>
              <a:xfrm>
                <a:off x="2995458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29" name="Abstand Mitte"/>
              <p:cNvSpPr/>
              <p:nvPr userDrawn="1"/>
            </p:nvSpPr>
            <p:spPr>
              <a:xfrm>
                <a:off x="6063175" y="823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4" name="Abstand Rechts"/>
              <p:cNvSpPr/>
              <p:nvPr userDrawn="1"/>
            </p:nvSpPr>
            <p:spPr>
              <a:xfrm>
                <a:off x="9130892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3" name="Abstand Vertikal"/>
            <p:cNvGrpSpPr/>
            <p:nvPr userDrawn="1"/>
          </p:nvGrpSpPr>
          <p:grpSpPr>
            <a:xfrm>
              <a:off x="0" y="1083600"/>
              <a:ext cx="12198350" cy="4690800"/>
              <a:chOff x="0" y="1083600"/>
              <a:chExt cx="12198350" cy="4690800"/>
            </a:xfrm>
          </p:grpSpPr>
          <p:sp>
            <p:nvSpPr>
              <p:cNvPr id="45" name="Abstand Oben"/>
              <p:cNvSpPr/>
              <p:nvPr userDrawn="1"/>
            </p:nvSpPr>
            <p:spPr>
              <a:xfrm>
                <a:off x="855" y="22383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46" name="Abstand Unten"/>
              <p:cNvSpPr/>
              <p:nvPr userDrawn="1"/>
            </p:nvSpPr>
            <p:spPr>
              <a:xfrm>
                <a:off x="0" y="45477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47" name="Abstand Oben // Mitte"/>
              <p:cNvSpPr/>
              <p:nvPr userDrawn="1"/>
            </p:nvSpPr>
            <p:spPr>
              <a:xfrm>
                <a:off x="0" y="10836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1" name="Abstand Unten // Mitte"/>
              <p:cNvSpPr/>
              <p:nvPr userDrawn="1"/>
            </p:nvSpPr>
            <p:spPr>
              <a:xfrm>
                <a:off x="0" y="57024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" name="Horizontal" hidden="1"/>
            <p:cNvGrpSpPr/>
            <p:nvPr userDrawn="1"/>
          </p:nvGrpSpPr>
          <p:grpSpPr>
            <a:xfrm>
              <a:off x="0" y="0"/>
              <a:ext cx="12198350" cy="6858000"/>
              <a:chOff x="0" y="0"/>
              <a:chExt cx="12198350" cy="6858000"/>
            </a:xfrm>
          </p:grpSpPr>
          <p:sp>
            <p:nvSpPr>
              <p:cNvPr id="25" name="Links"/>
              <p:cNvSpPr/>
              <p:nvPr userDrawn="1"/>
            </p:nvSpPr>
            <p:spPr>
              <a:xfrm>
                <a:off x="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27" name="Rechts"/>
              <p:cNvSpPr/>
              <p:nvPr userDrawn="1"/>
            </p:nvSpPr>
            <p:spPr>
              <a:xfrm>
                <a:off x="613595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0" name="Links // Links"/>
              <p:cNvSpPr/>
              <p:nvPr userDrawn="1"/>
            </p:nvSpPr>
            <p:spPr>
              <a:xfrm>
                <a:off x="0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1" name="Links // Rechts"/>
              <p:cNvSpPr/>
              <p:nvPr userDrawn="1"/>
            </p:nvSpPr>
            <p:spPr>
              <a:xfrm>
                <a:off x="3067717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2" name="Rechts // Links"/>
              <p:cNvSpPr/>
              <p:nvPr userDrawn="1"/>
            </p:nvSpPr>
            <p:spPr>
              <a:xfrm>
                <a:off x="6135434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3" name="Rechts // Rechts"/>
              <p:cNvSpPr/>
              <p:nvPr userDrawn="1"/>
            </p:nvSpPr>
            <p:spPr>
              <a:xfrm>
                <a:off x="9203150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4" name="Vertikal" hidden="1"/>
            <p:cNvGrpSpPr/>
            <p:nvPr userDrawn="1"/>
          </p:nvGrpSpPr>
          <p:grpSpPr>
            <a:xfrm>
              <a:off x="-855" y="0"/>
              <a:ext cx="12199205" cy="6858000"/>
              <a:chOff x="-855" y="0"/>
              <a:chExt cx="12199205" cy="6858000"/>
            </a:xfrm>
          </p:grpSpPr>
          <p:sp>
            <p:nvSpPr>
              <p:cNvPr id="42" name="Oben"/>
              <p:cNvSpPr/>
              <p:nvPr userDrawn="1"/>
            </p:nvSpPr>
            <p:spPr>
              <a:xfrm>
                <a:off x="0" y="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43" name="Mitte"/>
              <p:cNvSpPr/>
              <p:nvPr userDrawn="1"/>
            </p:nvSpPr>
            <p:spPr>
              <a:xfrm>
                <a:off x="0" y="23094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44" name="Unten"/>
              <p:cNvSpPr/>
              <p:nvPr userDrawn="1"/>
            </p:nvSpPr>
            <p:spPr>
              <a:xfrm>
                <a:off x="0" y="46188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57" name="Oben // Oben"/>
              <p:cNvSpPr/>
              <p:nvPr userDrawn="1"/>
            </p:nvSpPr>
            <p:spPr>
              <a:xfrm>
                <a:off x="0" y="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58" name="Oben // Unten"/>
              <p:cNvSpPr/>
              <p:nvPr userDrawn="1"/>
            </p:nvSpPr>
            <p:spPr>
              <a:xfrm>
                <a:off x="0" y="11556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59" name="Unten // Oben"/>
              <p:cNvSpPr/>
              <p:nvPr userDrawn="1"/>
            </p:nvSpPr>
            <p:spPr>
              <a:xfrm>
                <a:off x="-855" y="46188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0" name="Unten // Unten"/>
              <p:cNvSpPr/>
              <p:nvPr userDrawn="1"/>
            </p:nvSpPr>
            <p:spPr>
              <a:xfrm>
                <a:off x="0" y="57744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</p:grpSp>
      <p:sp>
        <p:nvSpPr>
          <p:cNvPr id="105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4619700"/>
            <a:ext cx="6062917" cy="2239123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6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-824"/>
            <a:ext cx="2995201" cy="6858824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7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175" y="0"/>
            <a:ext cx="2995717" cy="1083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8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175" y="1155600"/>
            <a:ext cx="2995717" cy="33921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9" name="Bildplatzhalter 8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175" y="4619700"/>
            <a:ext cx="2995459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10" name="Titel 6"/>
          <p:cNvSpPr>
            <a:spLocks noGrp="1"/>
          </p:cNvSpPr>
          <p:nvPr>
            <p:ph type="title" hasCustomPrompt="1"/>
          </p:nvPr>
        </p:nvSpPr>
        <p:spPr bwMode="black">
          <a:xfrm>
            <a:off x="395290" y="368300"/>
            <a:ext cx="5508000" cy="10083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Headline zweizeilig in CorpoA (Überschriften) 30 pt. </a:t>
            </a:r>
          </a:p>
        </p:txBody>
      </p:sp>
      <p:sp>
        <p:nvSpPr>
          <p:cNvPr id="111" name="Textplatzhalter 13"/>
          <p:cNvSpPr>
            <a:spLocks noGrp="1"/>
          </p:cNvSpPr>
          <p:nvPr>
            <p:ph type="body" sz="quarter" idx="20" hasCustomPrompt="1"/>
          </p:nvPr>
        </p:nvSpPr>
        <p:spPr bwMode="black">
          <a:xfrm>
            <a:off x="395289" y="1512000"/>
            <a:ext cx="5508000" cy="29493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5"/>
            <a:r>
              <a:rPr lang="de-DE" noProof="0"/>
              <a:t>Fünfte Ebene</a:t>
            </a:r>
          </a:p>
        </p:txBody>
      </p:sp>
      <p:sp>
        <p:nvSpPr>
          <p:cNvPr id="112" name="Textplatzhalter 7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13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14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15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67227693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s //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Raster" hidden="1"/>
          <p:cNvGrpSpPr/>
          <p:nvPr userDrawn="1"/>
        </p:nvGrpSpPr>
        <p:grpSpPr>
          <a:xfrm>
            <a:off x="-853" y="1"/>
            <a:ext cx="12192855" cy="6858000"/>
            <a:chOff x="-855" y="0"/>
            <a:chExt cx="12199205" cy="6858000"/>
          </a:xfrm>
        </p:grpSpPr>
        <p:sp>
          <p:nvSpPr>
            <p:cNvPr id="51" name="Komplett"/>
            <p:cNvSpPr/>
            <p:nvPr userDrawn="1"/>
          </p:nvSpPr>
          <p:spPr>
            <a:xfrm>
              <a:off x="0" y="822"/>
              <a:ext cx="12198350" cy="6857177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grpSp>
          <p:nvGrpSpPr>
            <p:cNvPr id="52" name="Abstand Horizontal" hidden="1"/>
            <p:cNvGrpSpPr/>
            <p:nvPr userDrawn="1"/>
          </p:nvGrpSpPr>
          <p:grpSpPr>
            <a:xfrm>
              <a:off x="2995458" y="0"/>
              <a:ext cx="6207434" cy="6858000"/>
              <a:chOff x="2995458" y="0"/>
              <a:chExt cx="6207434" cy="6858000"/>
            </a:xfrm>
          </p:grpSpPr>
          <p:sp>
            <p:nvSpPr>
              <p:cNvPr id="105" name="Abstand Links"/>
              <p:cNvSpPr/>
              <p:nvPr userDrawn="1"/>
            </p:nvSpPr>
            <p:spPr>
              <a:xfrm>
                <a:off x="2995458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6" name="Abstand Mitte"/>
              <p:cNvSpPr/>
              <p:nvPr userDrawn="1"/>
            </p:nvSpPr>
            <p:spPr>
              <a:xfrm>
                <a:off x="6063175" y="823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7" name="Abstand Rechts"/>
              <p:cNvSpPr/>
              <p:nvPr userDrawn="1"/>
            </p:nvSpPr>
            <p:spPr>
              <a:xfrm>
                <a:off x="9130892" y="823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3" name="Abstand Vertikal" hidden="1"/>
            <p:cNvGrpSpPr/>
            <p:nvPr userDrawn="1"/>
          </p:nvGrpSpPr>
          <p:grpSpPr>
            <a:xfrm>
              <a:off x="0" y="1083600"/>
              <a:ext cx="12198350" cy="4690800"/>
              <a:chOff x="0" y="1083600"/>
              <a:chExt cx="12198350" cy="4690800"/>
            </a:xfrm>
          </p:grpSpPr>
          <p:sp>
            <p:nvSpPr>
              <p:cNvPr id="101" name="Abstand Oben"/>
              <p:cNvSpPr/>
              <p:nvPr userDrawn="1"/>
            </p:nvSpPr>
            <p:spPr>
              <a:xfrm>
                <a:off x="855" y="22383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2" name="Abstand Unten"/>
              <p:cNvSpPr/>
              <p:nvPr userDrawn="1"/>
            </p:nvSpPr>
            <p:spPr>
              <a:xfrm>
                <a:off x="0" y="45477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3" name="Abstand Oben // Mitte"/>
              <p:cNvSpPr/>
              <p:nvPr userDrawn="1"/>
            </p:nvSpPr>
            <p:spPr>
              <a:xfrm>
                <a:off x="0" y="10836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4" name="Abstand Unten // Mitte"/>
              <p:cNvSpPr/>
              <p:nvPr userDrawn="1"/>
            </p:nvSpPr>
            <p:spPr>
              <a:xfrm>
                <a:off x="0" y="57024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4" name="Horizontal" hidden="1"/>
            <p:cNvGrpSpPr/>
            <p:nvPr userDrawn="1"/>
          </p:nvGrpSpPr>
          <p:grpSpPr>
            <a:xfrm>
              <a:off x="0" y="0"/>
              <a:ext cx="12198350" cy="6858000"/>
              <a:chOff x="0" y="0"/>
              <a:chExt cx="12198350" cy="6858000"/>
            </a:xfrm>
          </p:grpSpPr>
          <p:sp>
            <p:nvSpPr>
              <p:cNvPr id="95" name="Links"/>
              <p:cNvSpPr/>
              <p:nvPr userDrawn="1"/>
            </p:nvSpPr>
            <p:spPr>
              <a:xfrm>
                <a:off x="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6" name="Rechts"/>
              <p:cNvSpPr/>
              <p:nvPr userDrawn="1"/>
            </p:nvSpPr>
            <p:spPr>
              <a:xfrm>
                <a:off x="613595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7" name="Links // Links"/>
              <p:cNvSpPr/>
              <p:nvPr userDrawn="1"/>
            </p:nvSpPr>
            <p:spPr>
              <a:xfrm>
                <a:off x="0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8" name="Links // Rechts"/>
              <p:cNvSpPr/>
              <p:nvPr userDrawn="1"/>
            </p:nvSpPr>
            <p:spPr>
              <a:xfrm>
                <a:off x="3067717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9" name="Rechts // Links"/>
              <p:cNvSpPr/>
              <p:nvPr userDrawn="1"/>
            </p:nvSpPr>
            <p:spPr>
              <a:xfrm>
                <a:off x="6135434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0" name="Rechts // Rechts"/>
              <p:cNvSpPr/>
              <p:nvPr userDrawn="1"/>
            </p:nvSpPr>
            <p:spPr>
              <a:xfrm>
                <a:off x="9203150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5" name="Vertikal" hidden="1"/>
            <p:cNvGrpSpPr/>
            <p:nvPr userDrawn="1"/>
          </p:nvGrpSpPr>
          <p:grpSpPr>
            <a:xfrm>
              <a:off x="-855" y="0"/>
              <a:ext cx="12199205" cy="6858000"/>
              <a:chOff x="-855" y="0"/>
              <a:chExt cx="12199205" cy="6858000"/>
            </a:xfrm>
          </p:grpSpPr>
          <p:sp>
            <p:nvSpPr>
              <p:cNvPr id="56" name="Oben"/>
              <p:cNvSpPr/>
              <p:nvPr userDrawn="1"/>
            </p:nvSpPr>
            <p:spPr>
              <a:xfrm>
                <a:off x="0" y="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2" name="Mitte"/>
              <p:cNvSpPr/>
              <p:nvPr userDrawn="1"/>
            </p:nvSpPr>
            <p:spPr>
              <a:xfrm>
                <a:off x="0" y="23094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4" name="Unten"/>
              <p:cNvSpPr/>
              <p:nvPr userDrawn="1"/>
            </p:nvSpPr>
            <p:spPr>
              <a:xfrm>
                <a:off x="0" y="46188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6" name="Oben // Oben"/>
              <p:cNvSpPr/>
              <p:nvPr userDrawn="1"/>
            </p:nvSpPr>
            <p:spPr>
              <a:xfrm>
                <a:off x="0" y="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2" name="Oben // Unten"/>
              <p:cNvSpPr/>
              <p:nvPr userDrawn="1"/>
            </p:nvSpPr>
            <p:spPr>
              <a:xfrm>
                <a:off x="0" y="11556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3" name="Unten // Oben"/>
              <p:cNvSpPr/>
              <p:nvPr userDrawn="1"/>
            </p:nvSpPr>
            <p:spPr>
              <a:xfrm>
                <a:off x="-855" y="46188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4" name="Unten // Unten"/>
              <p:cNvSpPr/>
              <p:nvPr userDrawn="1"/>
            </p:nvSpPr>
            <p:spPr>
              <a:xfrm>
                <a:off x="0" y="57744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</p:grpSp>
      <p:sp>
        <p:nvSpPr>
          <p:cNvPr id="119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2310301"/>
            <a:ext cx="6062400" cy="45477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0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6062400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1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0"/>
            <a:ext cx="2995201" cy="685800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2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175" y="5774400"/>
            <a:ext cx="2995717" cy="1083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3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175" y="2309400"/>
            <a:ext cx="2995717" cy="3393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4" name="Bildplatzhalter 8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175" y="0"/>
            <a:ext cx="2995717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2840271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s //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Raster" hidden="1"/>
          <p:cNvGrpSpPr/>
          <p:nvPr userDrawn="1"/>
        </p:nvGrpSpPr>
        <p:grpSpPr>
          <a:xfrm>
            <a:off x="-853" y="1"/>
            <a:ext cx="12192855" cy="6858000"/>
            <a:chOff x="-855" y="0"/>
            <a:chExt cx="12199205" cy="6858000"/>
          </a:xfrm>
        </p:grpSpPr>
        <p:sp>
          <p:nvSpPr>
            <p:cNvPr id="52" name="Komplett"/>
            <p:cNvSpPr/>
            <p:nvPr userDrawn="1"/>
          </p:nvSpPr>
          <p:spPr>
            <a:xfrm>
              <a:off x="0" y="822"/>
              <a:ext cx="12198350" cy="6857177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grpSp>
          <p:nvGrpSpPr>
            <p:cNvPr id="53" name="Abstand Horizontal" hidden="1"/>
            <p:cNvGrpSpPr/>
            <p:nvPr userDrawn="1"/>
          </p:nvGrpSpPr>
          <p:grpSpPr>
            <a:xfrm>
              <a:off x="2995458" y="0"/>
              <a:ext cx="6207434" cy="6858000"/>
              <a:chOff x="2995458" y="0"/>
              <a:chExt cx="6207434" cy="6858000"/>
            </a:xfrm>
          </p:grpSpPr>
          <p:sp>
            <p:nvSpPr>
              <p:cNvPr id="105" name="Abstand Links"/>
              <p:cNvSpPr/>
              <p:nvPr userDrawn="1"/>
            </p:nvSpPr>
            <p:spPr>
              <a:xfrm>
                <a:off x="2995458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6" name="Abstand Mitte"/>
              <p:cNvSpPr/>
              <p:nvPr userDrawn="1"/>
            </p:nvSpPr>
            <p:spPr>
              <a:xfrm>
                <a:off x="6063175" y="823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7" name="Abstand Rechts"/>
              <p:cNvSpPr/>
              <p:nvPr userDrawn="1"/>
            </p:nvSpPr>
            <p:spPr>
              <a:xfrm>
                <a:off x="9130892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4" name="Abstand Vertikal" hidden="1"/>
            <p:cNvGrpSpPr/>
            <p:nvPr userDrawn="1"/>
          </p:nvGrpSpPr>
          <p:grpSpPr>
            <a:xfrm>
              <a:off x="0" y="1083600"/>
              <a:ext cx="12198350" cy="4690800"/>
              <a:chOff x="0" y="1083600"/>
              <a:chExt cx="12198350" cy="4690800"/>
            </a:xfrm>
          </p:grpSpPr>
          <p:sp>
            <p:nvSpPr>
              <p:cNvPr id="101" name="Abstand Oben"/>
              <p:cNvSpPr/>
              <p:nvPr userDrawn="1"/>
            </p:nvSpPr>
            <p:spPr>
              <a:xfrm>
                <a:off x="855" y="22383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2" name="Abstand Unten"/>
              <p:cNvSpPr/>
              <p:nvPr userDrawn="1"/>
            </p:nvSpPr>
            <p:spPr>
              <a:xfrm>
                <a:off x="0" y="45477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3" name="Abstand Oben // Mitte"/>
              <p:cNvSpPr/>
              <p:nvPr userDrawn="1"/>
            </p:nvSpPr>
            <p:spPr>
              <a:xfrm>
                <a:off x="0" y="10836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4" name="Abstand Unten // Mitte"/>
              <p:cNvSpPr/>
              <p:nvPr userDrawn="1"/>
            </p:nvSpPr>
            <p:spPr>
              <a:xfrm>
                <a:off x="0" y="57024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5" name="Horizontal" hidden="1"/>
            <p:cNvGrpSpPr/>
            <p:nvPr userDrawn="1"/>
          </p:nvGrpSpPr>
          <p:grpSpPr>
            <a:xfrm>
              <a:off x="0" y="0"/>
              <a:ext cx="12198350" cy="6858000"/>
              <a:chOff x="0" y="0"/>
              <a:chExt cx="12198350" cy="6858000"/>
            </a:xfrm>
          </p:grpSpPr>
          <p:sp>
            <p:nvSpPr>
              <p:cNvPr id="95" name="Links"/>
              <p:cNvSpPr/>
              <p:nvPr userDrawn="1"/>
            </p:nvSpPr>
            <p:spPr>
              <a:xfrm>
                <a:off x="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6" name="Rechts"/>
              <p:cNvSpPr/>
              <p:nvPr userDrawn="1"/>
            </p:nvSpPr>
            <p:spPr>
              <a:xfrm>
                <a:off x="613595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7" name="Links // Links"/>
              <p:cNvSpPr/>
              <p:nvPr userDrawn="1"/>
            </p:nvSpPr>
            <p:spPr>
              <a:xfrm>
                <a:off x="0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8" name="Links // Rechts"/>
              <p:cNvSpPr/>
              <p:nvPr userDrawn="1"/>
            </p:nvSpPr>
            <p:spPr>
              <a:xfrm>
                <a:off x="3067717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9" name="Rechts // Links"/>
              <p:cNvSpPr/>
              <p:nvPr userDrawn="1"/>
            </p:nvSpPr>
            <p:spPr>
              <a:xfrm>
                <a:off x="6135434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0" name="Rechts // Rechts"/>
              <p:cNvSpPr/>
              <p:nvPr userDrawn="1"/>
            </p:nvSpPr>
            <p:spPr>
              <a:xfrm>
                <a:off x="9203150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6" name="Vertikal" hidden="1"/>
            <p:cNvGrpSpPr/>
            <p:nvPr userDrawn="1"/>
          </p:nvGrpSpPr>
          <p:grpSpPr>
            <a:xfrm>
              <a:off x="-855" y="0"/>
              <a:ext cx="12199205" cy="6858000"/>
              <a:chOff x="-855" y="0"/>
              <a:chExt cx="12199205" cy="6858000"/>
            </a:xfrm>
          </p:grpSpPr>
          <p:sp>
            <p:nvSpPr>
              <p:cNvPr id="62" name="Oben"/>
              <p:cNvSpPr/>
              <p:nvPr userDrawn="1"/>
            </p:nvSpPr>
            <p:spPr>
              <a:xfrm>
                <a:off x="0" y="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4" name="Mitte"/>
              <p:cNvSpPr/>
              <p:nvPr userDrawn="1"/>
            </p:nvSpPr>
            <p:spPr>
              <a:xfrm>
                <a:off x="0" y="23094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6" name="Unten"/>
              <p:cNvSpPr/>
              <p:nvPr userDrawn="1"/>
            </p:nvSpPr>
            <p:spPr>
              <a:xfrm>
                <a:off x="0" y="46188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7" name="Oben // Oben"/>
              <p:cNvSpPr/>
              <p:nvPr userDrawn="1"/>
            </p:nvSpPr>
            <p:spPr>
              <a:xfrm>
                <a:off x="0" y="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8" name="Oben // Unten"/>
              <p:cNvSpPr/>
              <p:nvPr userDrawn="1"/>
            </p:nvSpPr>
            <p:spPr>
              <a:xfrm>
                <a:off x="0" y="11556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3" name="Unten // Oben"/>
              <p:cNvSpPr/>
              <p:nvPr userDrawn="1"/>
            </p:nvSpPr>
            <p:spPr>
              <a:xfrm>
                <a:off x="-855" y="46188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4" name="Unten // Unten"/>
              <p:cNvSpPr/>
              <p:nvPr userDrawn="1"/>
            </p:nvSpPr>
            <p:spPr>
              <a:xfrm>
                <a:off x="0" y="57744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</p:grpSp>
      <p:sp>
        <p:nvSpPr>
          <p:cNvPr id="120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-1"/>
            <a:ext cx="6062400" cy="685800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1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0"/>
            <a:ext cx="2995201" cy="1083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2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951" y="5774400"/>
            <a:ext cx="2994942" cy="1083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3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951" y="2309400"/>
            <a:ext cx="2994942" cy="3393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4" name="Bildplatzhalter 8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951" y="0"/>
            <a:ext cx="2994684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5" name="Bildplatzhalter 8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203151" y="1155600"/>
            <a:ext cx="2995199" cy="33921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6" name="Bildplatzhalter 8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203151" y="4619700"/>
            <a:ext cx="2995199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9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868399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"/>
            <a:ext cx="12193200" cy="6858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5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540000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 noProof="0"/>
              <a:t>Optionale Headline einzeilig in CorpoA (Überschriften) 30 pt. </a:t>
            </a:r>
          </a:p>
        </p:txBody>
      </p:sp>
      <p:sp>
        <p:nvSpPr>
          <p:cNvPr id="4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6435493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black">
          <a:xfrm>
            <a:off x="0" y="0"/>
            <a:ext cx="12196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 noProof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" y="0"/>
            <a:ext cx="121935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395287" y="3848402"/>
            <a:ext cx="8928000" cy="1044000"/>
          </a:xfrm>
        </p:spPr>
        <p:txBody>
          <a:bodyPr/>
          <a:lstStyle>
            <a:lvl1pPr>
              <a:lnSpc>
                <a:spcPts val="3999"/>
              </a:lnSpc>
              <a:defRPr sz="3000"/>
            </a:lvl1pPr>
          </a:lstStyle>
          <a:p>
            <a:r>
              <a:rPr lang="de-DE" noProof="0"/>
              <a:t>Präsentationstitel 30 pt über eine Zeile.</a:t>
            </a:r>
            <a:br>
              <a:rPr lang="de-DE" noProof="0"/>
            </a:br>
            <a:r>
              <a:rPr lang="de-DE" noProof="0"/>
              <a:t>Zweite Zeile möglich.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96000" y="4932000"/>
            <a:ext cx="8928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noProof="0"/>
              <a:t>Zusatztext zur Präsentation 15 pt </a:t>
            </a:r>
            <a:br>
              <a:rPr lang="de-DE" noProof="0"/>
            </a:br>
            <a:r>
              <a:rPr lang="de-DE" noProof="0"/>
              <a:t>Referent, Abteilung, Ort, Datum</a:t>
            </a:r>
          </a:p>
        </p:txBody>
      </p:sp>
      <p:sp>
        <p:nvSpPr>
          <p:cNvPr id="16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12193200" cy="3405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9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grpSp>
        <p:nvGrpSpPr>
          <p:cNvPr id="10" name="Gruppieren 9"/>
          <p:cNvGrpSpPr/>
          <p:nvPr userDrawn="1"/>
        </p:nvGrpSpPr>
        <p:grpSpPr>
          <a:xfrm>
            <a:off x="-2088000" y="-468001"/>
            <a:ext cx="13875807" cy="7805374"/>
            <a:chOff x="-2088000" y="-468001"/>
            <a:chExt cx="13875807" cy="7805374"/>
          </a:xfrm>
        </p:grpSpPr>
        <p:sp>
          <p:nvSpPr>
            <p:cNvPr id="11" name="Folie Wechsel/Zurücksetzen/Textebenen"/>
            <p:cNvSpPr txBox="1"/>
            <p:nvPr userDrawn="1"/>
          </p:nvSpPr>
          <p:spPr>
            <a:xfrm rot="10800000" flipH="1" flipV="1">
              <a:off x="-2088000" y="1547999"/>
              <a:ext cx="1980000" cy="19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Folie in Ursprungsform 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bringen über Menu: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Folien // Zurücksetzen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des Folienlayouts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im Menü über: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Folien // Layout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der Textebene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im Menü über: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Absatz // Listenebene erhöhen/verringern</a:t>
              </a:r>
            </a:p>
          </p:txBody>
        </p:sp>
        <p:sp>
          <p:nvSpPr>
            <p:cNvPr id="13" name="Design wechsel"/>
            <p:cNvSpPr txBox="1"/>
            <p:nvPr userDrawn="1"/>
          </p:nvSpPr>
          <p:spPr>
            <a:xfrm rot="10800000" flipH="1" flipV="1">
              <a:off x="-2088000" y="403199"/>
              <a:ext cx="1980000" cy="90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zwischen weißem und schwarzem Folienlayout über Menü: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Entwurf // Designs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(Rechtsklick: </a:t>
              </a:r>
              <a:r>
                <a:rPr lang="de-DE" sz="1000" b="0" i="1" baseline="0" noProof="0">
                  <a:solidFill>
                    <a:schemeClr val="accent5"/>
                  </a:solidFill>
                  <a:latin typeface="+mn-lt"/>
                </a:rPr>
                <a:t>Für alle Folien </a:t>
              </a: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oder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i="1" baseline="0" noProof="0">
                  <a:solidFill>
                    <a:schemeClr val="accent5"/>
                  </a:solidFill>
                  <a:latin typeface="+mn-lt"/>
                </a:rPr>
                <a:t>Für ausgewählte Folien </a:t>
              </a: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übernehmen)</a:t>
              </a:r>
            </a:p>
          </p:txBody>
        </p:sp>
        <p:pic>
          <p:nvPicPr>
            <p:cNvPr id="20" name="Listenebene erhöhen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5200" y="3563999"/>
              <a:ext cx="635538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Listenebene verringern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5200" y="4031999"/>
              <a:ext cx="635538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 // Listenebene erhöhen"/>
            <p:cNvSpPr txBox="1"/>
            <p:nvPr userDrawn="1"/>
          </p:nvSpPr>
          <p:spPr>
            <a:xfrm>
              <a:off x="-1548000" y="3563999"/>
              <a:ext cx="720000" cy="32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23" name="Text // Listenebene verringern"/>
            <p:cNvSpPr txBox="1"/>
            <p:nvPr userDrawn="1"/>
          </p:nvSpPr>
          <p:spPr>
            <a:xfrm>
              <a:off x="-1548000" y="4031999"/>
              <a:ext cx="720000" cy="32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verringern</a:t>
              </a:r>
            </a:p>
          </p:txBody>
        </p:sp>
        <p:pic>
          <p:nvPicPr>
            <p:cNvPr id="24" name="Entwurfsvorlagen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32000" y="-432001"/>
              <a:ext cx="1224000" cy="746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Hilfslinien"/>
            <p:cNvSpPr txBox="1"/>
            <p:nvPr userDrawn="1"/>
          </p:nvSpPr>
          <p:spPr>
            <a:xfrm rot="10800000" flipH="1" flipV="1">
              <a:off x="432775" y="-468001"/>
              <a:ext cx="5090336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Ansicht // Anzeigen // Haken bei Führungslinien setzen</a:t>
              </a:r>
            </a:p>
          </p:txBody>
        </p:sp>
        <p:sp>
          <p:nvSpPr>
            <p:cNvPr id="26" name="Hilfslinien"/>
            <p:cNvSpPr txBox="1"/>
            <p:nvPr userDrawn="1"/>
          </p:nvSpPr>
          <p:spPr>
            <a:xfrm rot="10800000" flipH="1" flipV="1">
              <a:off x="7107287" y="-468000"/>
              <a:ext cx="468052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Reservierte Bereiche für Stempel oder Icons</a:t>
              </a:r>
            </a:p>
          </p:txBody>
        </p:sp>
        <p:sp>
          <p:nvSpPr>
            <p:cNvPr id="27" name="Fußzeile"/>
            <p:cNvSpPr txBox="1"/>
            <p:nvPr userDrawn="1"/>
          </p:nvSpPr>
          <p:spPr>
            <a:xfrm rot="10800000" flipH="1" flipV="1">
              <a:off x="432775" y="6977373"/>
              <a:ext cx="10993626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Fußzeile pro Folie oder für alle/mehrere anpassen über Menü: Einfügen // Text //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712934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 headline on two lines als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Headline for content page in CorpoA Regular 30 pt on two lines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Text slides are in CorpoS Regular, 20 pt.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5"/>
          </p:nvPr>
        </p:nvSpPr>
        <p:spPr>
          <a:xfrm>
            <a:off x="6552021" y="6533977"/>
            <a:ext cx="799956" cy="323841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de-DE">
              <a:solidFill>
                <a:prstClr val="black"/>
              </a:solidFill>
            </a:endParaRPr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 lang="en-GB" sz="1200" smtClean="0">
                <a:effectLst/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Schedule CIVIC Gen20x.i3 | RD/MHC | V7.0 | Date: 28.06.2023</a:t>
            </a:r>
            <a:endParaRPr lang="de-DE">
              <a:solidFill>
                <a:prstClr val="black"/>
              </a:solidFill>
            </a:endParaRP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8BD4307-8E25-4063-B042-91C9BB9E4C20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" name="Textplatzhalter 4"/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418273" y="161181"/>
            <a:ext cx="7416600" cy="228593"/>
          </a:xfrm>
        </p:spPr>
        <p:txBody>
          <a:bodyPr>
            <a:noAutofit/>
          </a:bodyPr>
          <a:lstStyle>
            <a:lvl1pPr marL="0" indent="0">
              <a:buFont typeface="Arial" pitchFamily="34" charset="0"/>
              <a:buNone/>
              <a:defRPr sz="1300"/>
            </a:lvl1pPr>
            <a:lvl2pPr marL="0" indent="0">
              <a:buNone/>
              <a:defRPr sz="1600"/>
            </a:lvl2pPr>
            <a:lvl3pPr marL="0" indent="0">
              <a:buNone/>
              <a:defRPr sz="1600"/>
            </a:lvl3pPr>
            <a:lvl4pPr marL="0" indent="0">
              <a:buNone/>
              <a:defRPr sz="1600"/>
            </a:lvl4pPr>
            <a:lvl5pPr marL="0" indent="0">
              <a:buNone/>
              <a:defRPr sz="1600"/>
            </a:lvl5pPr>
            <a:lvl6pPr marL="0" indent="0">
              <a:buNone/>
              <a:defRPr sz="1600"/>
            </a:lvl6pPr>
            <a:lvl7pPr marL="0" indent="0">
              <a:buNone/>
              <a:defRPr sz="1600"/>
            </a:lvl7pPr>
            <a:lvl8pPr marL="0" indent="0">
              <a:buNone/>
              <a:defRPr sz="1600"/>
            </a:lvl8pPr>
            <a:lvl9pPr marL="0" indent="0">
              <a:buNone/>
              <a:defRPr sz="16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785270" y="76198"/>
            <a:ext cx="1988461" cy="323841"/>
          </a:xfrm>
          <a:noFill/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itchFamily="34" charset="0"/>
              <a:buNone/>
              <a:defRPr sz="7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2pPr>
            <a:lvl3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3pPr>
            <a:lvl4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4pPr>
            <a:lvl5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5pPr>
            <a:lvl6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6pPr>
            <a:lvl7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7pPr>
            <a:lvl8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8pPr>
            <a:lvl9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23" hasCustomPrompt="1"/>
          </p:nvPr>
        </p:nvSpPr>
        <p:spPr>
          <a:xfrm>
            <a:off x="7713863" y="76198"/>
            <a:ext cx="1988461" cy="323841"/>
          </a:xfrm>
          <a:noFill/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itchFamily="34" charset="0"/>
              <a:buNone/>
              <a:defRPr sz="7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2pPr>
            <a:lvl3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3pPr>
            <a:lvl4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4pPr>
            <a:lvl5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5pPr>
            <a:lvl6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6pPr>
            <a:lvl7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7pPr>
            <a:lvl8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8pPr>
            <a:lvl9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64038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 bwMode="black">
          <a:xfrm>
            <a:off x="0" y="0"/>
            <a:ext cx="12196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 noProof="0">
              <a:solidFill>
                <a:schemeClr val="bg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" y="0"/>
            <a:ext cx="121935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itel 1"/>
          <p:cNvSpPr>
            <a:spLocks noGrp="1"/>
          </p:cNvSpPr>
          <p:nvPr>
            <p:ph type="ctrTitle" hasCustomPrompt="1"/>
          </p:nvPr>
        </p:nvSpPr>
        <p:spPr bwMode="white">
          <a:xfrm>
            <a:off x="395287" y="3848402"/>
            <a:ext cx="8928000" cy="1044000"/>
          </a:xfrm>
        </p:spPr>
        <p:txBody>
          <a:bodyPr/>
          <a:lstStyle>
            <a:lvl1pPr>
              <a:lnSpc>
                <a:spcPts val="3999"/>
              </a:lnSpc>
              <a:defRPr sz="3000" baseline="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Präsentationstitel 30 pt über eine Zeile.</a:t>
            </a:r>
            <a:br>
              <a:rPr lang="de-DE" noProof="0"/>
            </a:br>
            <a:r>
              <a:rPr lang="de-DE" noProof="0"/>
              <a:t>Zweite Zeile möglich.</a:t>
            </a:r>
          </a:p>
        </p:txBody>
      </p:sp>
      <p:sp>
        <p:nvSpPr>
          <p:cNvPr id="16" name="Untertitel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6000" y="4932000"/>
            <a:ext cx="8928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de-DE" noProof="0"/>
              <a:t>Zusatztext zur Präsentation 15 pt </a:t>
            </a:r>
            <a:br>
              <a:rPr lang="de-DE" noProof="0"/>
            </a:br>
            <a:r>
              <a:rPr lang="de-DE" noProof="0"/>
              <a:t>Referent, Abteilung, Ort, Datum</a:t>
            </a:r>
          </a:p>
        </p:txBody>
      </p:sp>
      <p:sp>
        <p:nvSpPr>
          <p:cNvPr id="17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12193200" cy="3405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9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0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grpSp>
        <p:nvGrpSpPr>
          <p:cNvPr id="2" name="Gruppieren 1"/>
          <p:cNvGrpSpPr/>
          <p:nvPr userDrawn="1"/>
        </p:nvGrpSpPr>
        <p:grpSpPr>
          <a:xfrm>
            <a:off x="-2088000" y="-468001"/>
            <a:ext cx="13875807" cy="7805374"/>
            <a:chOff x="-2088000" y="-468001"/>
            <a:chExt cx="13875807" cy="7805374"/>
          </a:xfrm>
        </p:grpSpPr>
        <p:sp>
          <p:nvSpPr>
            <p:cNvPr id="11" name="Folie Wechsel/Zurücksetzen/Textebenen"/>
            <p:cNvSpPr txBox="1"/>
            <p:nvPr userDrawn="1"/>
          </p:nvSpPr>
          <p:spPr>
            <a:xfrm rot="10800000" flipH="1" flipV="1">
              <a:off x="-2088000" y="1547999"/>
              <a:ext cx="1980000" cy="19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Folie in Ursprungsform 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bringen über Menu: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Folien // Zurücksetzen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des Folienlayouts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im Menü über: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Folien // Layout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der Textebene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im Menü über: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Absatz // Listenebene erhöhen/verringern</a:t>
              </a:r>
            </a:p>
          </p:txBody>
        </p:sp>
        <p:sp>
          <p:nvSpPr>
            <p:cNvPr id="12" name="Design wechsel"/>
            <p:cNvSpPr txBox="1"/>
            <p:nvPr userDrawn="1"/>
          </p:nvSpPr>
          <p:spPr>
            <a:xfrm rot="10800000" flipH="1" flipV="1">
              <a:off x="-2088000" y="403199"/>
              <a:ext cx="1980000" cy="90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zwischen weißem und schwarzem Folienlayout über Menü: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Entwurf // Designs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(Rechtsklick: </a:t>
              </a:r>
              <a:r>
                <a:rPr lang="de-DE" sz="1000" b="0" i="1" baseline="0" noProof="0">
                  <a:solidFill>
                    <a:schemeClr val="accent5"/>
                  </a:solidFill>
                  <a:latin typeface="+mn-lt"/>
                </a:rPr>
                <a:t>Für alle Folien </a:t>
              </a: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oder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i="1" baseline="0" noProof="0">
                  <a:solidFill>
                    <a:schemeClr val="accent5"/>
                  </a:solidFill>
                  <a:latin typeface="+mn-lt"/>
                </a:rPr>
                <a:t>Für ausgewählte Folien </a:t>
              </a: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übernehmen)</a:t>
              </a:r>
            </a:p>
          </p:txBody>
        </p:sp>
        <p:pic>
          <p:nvPicPr>
            <p:cNvPr id="14" name="Listenebene erhöhen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5200" y="3563999"/>
              <a:ext cx="635538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Listenebene verringern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5200" y="4031999"/>
              <a:ext cx="635538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 // Listenebene erhöhen"/>
            <p:cNvSpPr txBox="1"/>
            <p:nvPr userDrawn="1"/>
          </p:nvSpPr>
          <p:spPr>
            <a:xfrm>
              <a:off x="-1548000" y="3563999"/>
              <a:ext cx="720000" cy="32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23" name="Text // Listenebene verringern"/>
            <p:cNvSpPr txBox="1"/>
            <p:nvPr userDrawn="1"/>
          </p:nvSpPr>
          <p:spPr>
            <a:xfrm>
              <a:off x="-1548000" y="4031999"/>
              <a:ext cx="720000" cy="32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verringern</a:t>
              </a:r>
            </a:p>
          </p:txBody>
        </p:sp>
        <p:pic>
          <p:nvPicPr>
            <p:cNvPr id="24" name="Entwurfsvorlagen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32000" y="-432001"/>
              <a:ext cx="1224000" cy="746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Hilfslinien"/>
            <p:cNvSpPr txBox="1"/>
            <p:nvPr userDrawn="1"/>
          </p:nvSpPr>
          <p:spPr>
            <a:xfrm rot="10800000" flipH="1" flipV="1">
              <a:off x="432775" y="-468001"/>
              <a:ext cx="5090336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Ansicht // Anzeigen // Haken bei Führungslinien setzen</a:t>
              </a:r>
            </a:p>
          </p:txBody>
        </p:sp>
        <p:sp>
          <p:nvSpPr>
            <p:cNvPr id="26" name="Hilfslinien"/>
            <p:cNvSpPr txBox="1"/>
            <p:nvPr userDrawn="1"/>
          </p:nvSpPr>
          <p:spPr>
            <a:xfrm rot="10800000" flipH="1" flipV="1">
              <a:off x="7107287" y="-468000"/>
              <a:ext cx="468052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Reservierte Bereiche für Stempel oder Icons</a:t>
              </a:r>
            </a:p>
          </p:txBody>
        </p:sp>
        <p:sp>
          <p:nvSpPr>
            <p:cNvPr id="28" name="Fußzeile"/>
            <p:cNvSpPr txBox="1"/>
            <p:nvPr userDrawn="1"/>
          </p:nvSpPr>
          <p:spPr>
            <a:xfrm rot="10800000" flipH="1" flipV="1">
              <a:off x="432775" y="6977373"/>
              <a:ext cx="10993626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Fußzeile pro Folie oder für alle/mehrere anpassen über Menü: Einfügen // Text //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72071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zwei Spalt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>
            <a:lvl1pPr>
              <a:defRPr/>
            </a:lvl1pPr>
          </a:lstStyle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1511300"/>
            <a:ext cx="11404800" cy="4140000"/>
          </a:xfrm>
        </p:spPr>
        <p:txBody>
          <a:bodyPr numCol="2" spcCol="244765"/>
          <a:lstStyle>
            <a:lvl1pPr marL="431939" indent="-431939">
              <a:buFont typeface="+mj-lt"/>
              <a:buAutoNum type="arabicPeriod"/>
              <a:defRPr baseline="0"/>
            </a:lvl1pPr>
            <a:lvl2pPr marL="863878" indent="-431939">
              <a:buFont typeface="+mj-lt"/>
              <a:buAutoNum type="alphaLcPeriod"/>
              <a:defRPr/>
            </a:lvl2pPr>
            <a:lvl3pPr marL="863878" indent="-431939">
              <a:buFont typeface="+mj-lt"/>
              <a:buAutoNum type="alphaLcPeriod"/>
              <a:defRPr sz="2000"/>
            </a:lvl3pPr>
            <a:lvl4pPr marL="863878" indent="-431939">
              <a:buFont typeface="+mj-lt"/>
              <a:buAutoNum type="alphaLcPeriod"/>
              <a:defRPr sz="2000"/>
            </a:lvl4pPr>
            <a:lvl5pPr marL="863878" indent="-431939">
              <a:buFont typeface="+mj-lt"/>
              <a:buAutoNum type="alphaLcPeriod"/>
              <a:defRPr sz="2000"/>
            </a:lvl5pPr>
            <a:lvl6pPr marL="863878" indent="-431939">
              <a:buFont typeface="+mj-lt"/>
              <a:buAutoNum type="alphaLcPeriod"/>
              <a:defRPr sz="2000"/>
            </a:lvl6pPr>
            <a:lvl7pPr marL="863878" indent="-431939">
              <a:buFont typeface="+mj-lt"/>
              <a:buAutoNum type="alphaLcPeriod"/>
              <a:defRPr sz="2000"/>
            </a:lvl7pPr>
            <a:lvl8pPr marL="863878" indent="-431939">
              <a:buFont typeface="+mj-lt"/>
              <a:buAutoNum type="alphaLcPeriod"/>
              <a:defRPr sz="2000"/>
            </a:lvl8pPr>
            <a:lvl9pPr marL="863878" indent="-431939">
              <a:buFont typeface="+mj-lt"/>
              <a:buAutoNum type="alphaLcPeriod"/>
              <a:defRPr sz="2000"/>
            </a:lvl9pPr>
          </a:lstStyle>
          <a:p>
            <a:pPr lvl="0"/>
            <a:r>
              <a:rPr lang="de-DE" noProof="0"/>
              <a:t>Agenda Punkt in CorpoS (Textkörper) in 20 pt. einfügen // für Unterpunkt: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79804999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ktur-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" name="Textfeld 9"/>
          <p:cNvSpPr txBox="1"/>
          <p:nvPr userDrawn="1"/>
        </p:nvSpPr>
        <p:spPr bwMode="gray">
          <a:xfrm>
            <a:off x="0" y="-1"/>
            <a:ext cx="12192000" cy="36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360000" tIns="0" rIns="0" bIns="0" rtlCol="0">
            <a:noAutofit/>
          </a:bodyPr>
          <a:lstStyle/>
          <a:p>
            <a:pPr>
              <a:lnSpc>
                <a:spcPct val="108000"/>
              </a:lnSpc>
              <a:spcAft>
                <a:spcPts val="1008"/>
              </a:spcAft>
            </a:pPr>
            <a:endParaRPr lang="de-DE" sz="2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feld 10"/>
          <p:cNvSpPr txBox="1"/>
          <p:nvPr userDrawn="1"/>
        </p:nvSpPr>
        <p:spPr bwMode="gray">
          <a:xfrm rot="5400000">
            <a:off x="8847325" y="3513330"/>
            <a:ext cx="6498003" cy="1913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360000" tIns="0" rIns="360000" bIns="0" rtlCol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1008"/>
              </a:spcAft>
            </a:pPr>
            <a:r>
              <a:rPr lang="de-DE" sz="1100">
                <a:solidFill>
                  <a:schemeClr val="bg1"/>
                </a:solidFill>
                <a:latin typeface="+mj-lt"/>
              </a:rPr>
              <a:t>Änderungen nur über RD/UKA</a:t>
            </a:r>
          </a:p>
        </p:txBody>
      </p:sp>
      <p:pic>
        <p:nvPicPr>
          <p:cNvPr id="20" name="Vertraulich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5625" y="0"/>
            <a:ext cx="1872000" cy="306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288" y="7465"/>
            <a:ext cx="9301112" cy="325191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8200920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395288" y="1511301"/>
            <a:ext cx="11406187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Inhalt oder 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7961306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Inhalt mit 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395288" y="1511301"/>
            <a:ext cx="11406187" cy="42484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Inhalt oder 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" name="Textplatzhalter 6"/>
          <p:cNvSpPr>
            <a:spLocks noGrp="1"/>
          </p:cNvSpPr>
          <p:nvPr>
            <p:ph type="body" sz="quarter" idx="22" hasCustomPrompt="1"/>
          </p:nvPr>
        </p:nvSpPr>
        <p:spPr>
          <a:xfrm>
            <a:off x="395289" y="5904000"/>
            <a:ext cx="11405511" cy="5220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spcAft>
                <a:spcPts val="0"/>
              </a:spcAft>
              <a:buNone/>
              <a:defRPr sz="1500"/>
            </a:lvl2pPr>
            <a:lvl3pPr marL="0" indent="0">
              <a:spcAft>
                <a:spcPts val="0"/>
              </a:spcAft>
              <a:buNone/>
              <a:defRPr sz="1500"/>
            </a:lvl3pPr>
            <a:lvl4pPr marL="0" indent="0">
              <a:spcAft>
                <a:spcPts val="0"/>
              </a:spcAft>
              <a:buNone/>
              <a:defRPr sz="1500"/>
            </a:lvl4pPr>
            <a:lvl5pPr marL="0" indent="0">
              <a:spcAft>
                <a:spcPts val="0"/>
              </a:spcAft>
              <a:buNone/>
              <a:defRPr sz="1500"/>
            </a:lvl5pPr>
            <a:lvl6pPr marL="0" indent="0">
              <a:spcAft>
                <a:spcPts val="0"/>
              </a:spcAft>
              <a:buNone/>
              <a:defRPr sz="1500"/>
            </a:lvl6pPr>
            <a:lvl7pPr marL="0" indent="0">
              <a:spcAft>
                <a:spcPts val="0"/>
              </a:spcAft>
              <a:buNone/>
              <a:defRPr sz="1500"/>
            </a:lvl7pPr>
            <a:lvl8pPr marL="0" indent="0">
              <a:spcAft>
                <a:spcPts val="0"/>
              </a:spcAft>
              <a:buNone/>
              <a:defRPr sz="1500"/>
            </a:lvl8pPr>
            <a:lvl9pPr marL="0" indent="0"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Inhaltsunterschriften in CorpoS (Textkörper) in 15 pt. einfügen </a:t>
            </a:r>
          </a:p>
          <a:p>
            <a:pPr lvl="1"/>
            <a:r>
              <a:rPr lang="de-DE" noProof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124716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ellenplatzhalter 2"/>
          <p:cNvSpPr>
            <a:spLocks noGrp="1"/>
          </p:cNvSpPr>
          <p:nvPr>
            <p:ph type="tbl" sz="quarter" idx="20" hasCustomPrompt="1"/>
          </p:nvPr>
        </p:nvSpPr>
        <p:spPr>
          <a:xfrm>
            <a:off x="395287" y="2484000"/>
            <a:ext cx="11406189" cy="2700000"/>
          </a:xfrm>
        </p:spPr>
        <p:txBody>
          <a:bodyPr/>
          <a:lstStyle>
            <a:lvl1pPr algn="ctr">
              <a:spcAft>
                <a:spcPts val="0"/>
              </a:spcAft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Tabelle einfügen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4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15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21" hasCustomPrompt="1"/>
          </p:nvPr>
        </p:nvSpPr>
        <p:spPr>
          <a:xfrm>
            <a:off x="395286" y="1512001"/>
            <a:ext cx="11405514" cy="720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Aft>
                <a:spcPts val="0"/>
              </a:spcAft>
              <a:buNone/>
              <a:defRPr sz="2000" b="1"/>
            </a:lvl3pPr>
            <a:lvl4pPr marL="0" indent="0">
              <a:spcAft>
                <a:spcPts val="0"/>
              </a:spcAft>
              <a:buNone/>
              <a:defRPr sz="2000" b="1"/>
            </a:lvl4pPr>
            <a:lvl5pPr marL="0" indent="0">
              <a:spcAft>
                <a:spcPts val="0"/>
              </a:spcAft>
              <a:buNone/>
              <a:defRPr sz="2000" b="1"/>
            </a:lvl5pPr>
            <a:lvl6pPr marL="0" indent="0">
              <a:spcAft>
                <a:spcPts val="0"/>
              </a:spcAft>
              <a:buNone/>
              <a:defRPr sz="2000" b="1"/>
            </a:lvl6pPr>
            <a:lvl7pPr marL="0" indent="0">
              <a:spcAft>
                <a:spcPts val="0"/>
              </a:spcAft>
              <a:buNone/>
              <a:defRPr sz="2000" b="1"/>
            </a:lvl7pPr>
            <a:lvl8pPr marL="0" indent="0">
              <a:spcAft>
                <a:spcPts val="0"/>
              </a:spcAft>
              <a:buNone/>
              <a:defRPr sz="2000" b="1"/>
            </a:lvl8pPr>
            <a:lvl9pPr marL="0" indent="0">
              <a:spcAft>
                <a:spcPts val="0"/>
              </a:spcAft>
              <a:buNone/>
              <a:defRPr sz="2000" b="1"/>
            </a:lvl9pPr>
          </a:lstStyle>
          <a:p>
            <a:pPr lvl="0"/>
            <a:r>
              <a:rPr lang="de-DE" noProof="0"/>
              <a:t>Tabellenüberschrift in CorpoS (Textkörper) in 20 pt. bold einfügen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22" hasCustomPrompt="1"/>
          </p:nvPr>
        </p:nvSpPr>
        <p:spPr>
          <a:xfrm>
            <a:off x="395289" y="5328001"/>
            <a:ext cx="11405511" cy="1098200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spcAft>
                <a:spcPts val="0"/>
              </a:spcAft>
              <a:buNone/>
              <a:defRPr sz="1500"/>
            </a:lvl2pPr>
            <a:lvl3pPr marL="0" indent="0">
              <a:spcAft>
                <a:spcPts val="0"/>
              </a:spcAft>
              <a:buNone/>
              <a:defRPr sz="1500"/>
            </a:lvl3pPr>
            <a:lvl4pPr marL="0" indent="0">
              <a:spcAft>
                <a:spcPts val="0"/>
              </a:spcAft>
              <a:buNone/>
              <a:defRPr sz="1500"/>
            </a:lvl4pPr>
            <a:lvl5pPr marL="0" indent="0">
              <a:spcAft>
                <a:spcPts val="0"/>
              </a:spcAft>
              <a:buNone/>
              <a:defRPr sz="1500"/>
            </a:lvl5pPr>
            <a:lvl6pPr marL="0" indent="0">
              <a:spcAft>
                <a:spcPts val="0"/>
              </a:spcAft>
              <a:buNone/>
              <a:defRPr sz="1500"/>
            </a:lvl6pPr>
            <a:lvl7pPr marL="0" indent="0">
              <a:spcAft>
                <a:spcPts val="0"/>
              </a:spcAft>
              <a:buNone/>
              <a:defRPr sz="1500"/>
            </a:lvl7pPr>
            <a:lvl8pPr marL="0" indent="0">
              <a:spcAft>
                <a:spcPts val="0"/>
              </a:spcAft>
              <a:buNone/>
              <a:defRPr sz="1500"/>
            </a:lvl8pPr>
            <a:lvl9pPr marL="0" indent="0"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Tabellenunterschriften in CorpoS (Textkörper) in 15 pt. einfügen 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4034444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Zwei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4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395288" y="1511301"/>
            <a:ext cx="55800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Inhalt oder 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1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9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0" name="Inhaltsplatzhalter 6"/>
          <p:cNvSpPr>
            <a:spLocks noGrp="1"/>
          </p:cNvSpPr>
          <p:nvPr>
            <p:ph sz="quarter" idx="20" hasCustomPrompt="1"/>
          </p:nvPr>
        </p:nvSpPr>
        <p:spPr>
          <a:xfrm>
            <a:off x="6221476" y="1511301"/>
            <a:ext cx="55800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Inhalt oder 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32193473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Bild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2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8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579999" cy="491420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29" name="Textplatzhalt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6220799" y="1512000"/>
            <a:ext cx="5580676" cy="4914201"/>
          </a:xfrm>
        </p:spPr>
        <p:txBody>
          <a:bodyPr/>
          <a:lstStyle/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284815077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2 Bilder/2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4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4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4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4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8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5799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9" name="Bildplatzhalter 8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221476" y="1511300"/>
            <a:ext cx="55799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0" name="Textplatzhalter 13"/>
          <p:cNvSpPr>
            <a:spLocks noGrp="1"/>
          </p:cNvSpPr>
          <p:nvPr>
            <p:ph type="body" sz="quarter" idx="20" hasCustomPrompt="1"/>
          </p:nvPr>
        </p:nvSpPr>
        <p:spPr>
          <a:xfrm>
            <a:off x="6221476" y="3502801"/>
            <a:ext cx="5579999" cy="2923400"/>
          </a:xfrm>
        </p:spPr>
        <p:txBody>
          <a:bodyPr/>
          <a:lstStyle/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" name="Textplatzhalter 13"/>
          <p:cNvSpPr>
            <a:spLocks noGrp="1"/>
          </p:cNvSpPr>
          <p:nvPr>
            <p:ph type="body" sz="quarter" idx="26" hasCustomPrompt="1"/>
          </p:nvPr>
        </p:nvSpPr>
        <p:spPr>
          <a:xfrm>
            <a:off x="395287" y="3502801"/>
            <a:ext cx="5579999" cy="2923400"/>
          </a:xfrm>
        </p:spPr>
        <p:txBody>
          <a:bodyPr/>
          <a:lstStyle/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1999434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Bild // Bildunt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2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2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2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2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28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11405475" cy="4476227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29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6030980"/>
            <a:ext cx="114047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grpSp>
        <p:nvGrpSpPr>
          <p:cNvPr id="30" name="Gruppieren 29"/>
          <p:cNvGrpSpPr/>
          <p:nvPr userDrawn="1"/>
        </p:nvGrpSpPr>
        <p:grpSpPr>
          <a:xfrm>
            <a:off x="12304800" y="403200"/>
            <a:ext cx="1800000" cy="6454800"/>
            <a:chOff x="12304800" y="403200"/>
            <a:chExt cx="1800000" cy="6454800"/>
          </a:xfrm>
        </p:grpSpPr>
        <p:grpSp>
          <p:nvGrpSpPr>
            <p:cNvPr id="31" name="Bildhandling"/>
            <p:cNvGrpSpPr/>
            <p:nvPr userDrawn="1"/>
          </p:nvGrpSpPr>
          <p:grpSpPr>
            <a:xfrm>
              <a:off x="12304800" y="403200"/>
              <a:ext cx="1800000" cy="6454800"/>
              <a:chOff x="12304800" y="403200"/>
              <a:chExt cx="1800000" cy="6454800"/>
            </a:xfrm>
          </p:grpSpPr>
          <p:sp>
            <p:nvSpPr>
              <p:cNvPr id="33" name="Headline"/>
              <p:cNvSpPr txBox="1"/>
              <p:nvPr userDrawn="1"/>
            </p:nvSpPr>
            <p:spPr>
              <a:xfrm rot="10800000" flipH="1" flipV="1">
                <a:off x="12304800" y="403200"/>
                <a:ext cx="1800000" cy="10728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none" lIns="0" tIns="0" rIns="0" bIns="36000" rtlCol="0" anchor="b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de-DE" sz="1500" b="0" noProof="0">
                    <a:solidFill>
                      <a:schemeClr val="accent5"/>
                    </a:solidFill>
                    <a:latin typeface="+mn-lt"/>
                    <a:cs typeface="Arial" panose="020B0604020202020204" pitchFamily="34" charset="0"/>
                    <a:sym typeface="Webdings"/>
                  </a:rPr>
                  <a:t></a:t>
                </a:r>
                <a:r>
                  <a:rPr lang="de-DE" sz="1500" b="1" baseline="0" noProof="0">
                    <a:solidFill>
                      <a:schemeClr val="accent5"/>
                    </a:solidFill>
                    <a:latin typeface="+mn-lt"/>
                    <a:cs typeface="Arial" panose="020B0604020202020204" pitchFamily="34" charset="0"/>
                    <a:sym typeface="Webdings"/>
                  </a:rPr>
                  <a:t> </a:t>
                </a:r>
                <a:r>
                  <a:rPr lang="de-DE" sz="1000" b="1" noProof="0">
                    <a:solidFill>
                      <a:schemeClr val="accent5"/>
                    </a:solidFill>
                    <a:latin typeface="+mn-lt"/>
                    <a:cs typeface="Arial" panose="020B0604020202020204" pitchFamily="34" charset="0"/>
                    <a:sym typeface="Webdings"/>
                  </a:rPr>
                  <a:t>Bilder Handling</a:t>
                </a:r>
                <a:endParaRPr lang="de-DE" sz="1500" b="1" noProof="0">
                  <a:solidFill>
                    <a:schemeClr val="accent5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  <p:pic>
            <p:nvPicPr>
              <p:cNvPr id="34" name="Bildtools // Format"/>
              <p:cNvPicPr>
                <a:picLocks noChangeAspect="1" noChangeArrowheads="1"/>
              </p:cNvPicPr>
              <p:nvPr userDrawn="1"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304800" y="2700000"/>
                <a:ext cx="670041" cy="43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" name="Zuschneiden"/>
              <p:cNvPicPr>
                <a:picLocks noChangeAspect="1" noChangeArrowheads="1"/>
              </p:cNvPicPr>
              <p:nvPr userDrawn="1"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68000" y="2592000"/>
                <a:ext cx="768914" cy="54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" name="Beispielbild"/>
              <p:cNvPicPr>
                <a:picLocks noChangeAspect="1" noChangeArrowheads="1"/>
              </p:cNvPicPr>
              <p:nvPr userDrawn="1"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403" b="26297"/>
              <a:stretch/>
            </p:blipFill>
            <p:spPr bwMode="auto">
              <a:xfrm>
                <a:off x="12304800" y="4248000"/>
                <a:ext cx="1800000" cy="9688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" name="Einpassen"/>
              <p:cNvPicPr>
                <a:picLocks noChangeAspect="1" noChangeArrowheads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996929" y="5886000"/>
                <a:ext cx="1107871" cy="972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2" name="Bilder zuschneiden etc."/>
            <p:cNvSpPr txBox="1"/>
            <p:nvPr userDrawn="1"/>
          </p:nvSpPr>
          <p:spPr>
            <a:xfrm rot="10800000" flipH="1" flipV="1">
              <a:off x="12304800" y="1548000"/>
              <a:ext cx="1800000" cy="484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Bildausschnitt verändern über Menü: Bildtools // Format // Größe // Zuschneiden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 kann innerhalb der schwarzen Begrenzungen bei gedrückter alt-Taste bewegt werden.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Bildgröße zuschneiden über Menü: Bildtools // Format // Größe // Zuschneiden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 bei gedrückter Umschalt-Taste über die hellen Eckpunkte auf die passende Größe ziehen. 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Bildgröße einpassen über Menü: Bildtools // Format // Größe // Zuschneiden // Einpassen</a:t>
              </a:r>
            </a:p>
            <a:p>
              <a:pPr marL="71990" indent="-7199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49737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Schedule CIVIC Gen20x.i3 | RD/MHC | V12.9 | Date: 25.06.2025</a:t>
            </a:r>
            <a:endParaRPr lang="de-DE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56286747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olbox 8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3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4479175" y="52526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50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51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52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53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3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4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5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6" name="Textplatzhalt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479175" y="15113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67" name="Textplatzhalter 3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479175" y="27584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68" name="Textplatzhalter 3"/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4479175" y="40055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69" name="Textplatzhalter 3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6207176" y="52526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6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70" name="Textplatzhalter 3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207176" y="27584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71" name="Textplatzhalter 3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6207176" y="40055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86" name="Textplatzhalter 3"/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6207176" y="1511301"/>
            <a:ext cx="1512000" cy="1173600"/>
          </a:xfrm>
          <a:solidFill>
            <a:schemeClr val="tx2"/>
          </a:solidFill>
        </p:spPr>
        <p:txBody>
          <a:bodyPr anchor="ctr" anchorCtr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 algn="ctr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Text in CorpoS (Textkörper) </a:t>
            </a:r>
            <a:br>
              <a:rPr lang="de-DE" noProof="0"/>
            </a:br>
            <a:r>
              <a:rPr lang="de-DE" noProof="0"/>
              <a:t>in 15 pt. einfügen</a:t>
            </a:r>
          </a:p>
        </p:txBody>
      </p:sp>
      <p:sp>
        <p:nvSpPr>
          <p:cNvPr id="87" name="Textplatzhalter 3"/>
          <p:cNvSpPr>
            <a:spLocks noGrp="1"/>
          </p:cNvSpPr>
          <p:nvPr>
            <p:ph type="body" sz="quarter" idx="34" hasCustomPrompt="1"/>
          </p:nvPr>
        </p:nvSpPr>
        <p:spPr>
          <a:xfrm>
            <a:off x="396000" y="1511301"/>
            <a:ext cx="1800000" cy="1173600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88" name="Textplatzhalter 3"/>
          <p:cNvSpPr>
            <a:spLocks noGrp="1"/>
          </p:cNvSpPr>
          <p:nvPr>
            <p:ph type="body" sz="quarter" idx="35" hasCustomPrompt="1"/>
          </p:nvPr>
        </p:nvSpPr>
        <p:spPr>
          <a:xfrm>
            <a:off x="396000" y="5252601"/>
            <a:ext cx="1800000" cy="1173600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89" name="Textplatzhalter 3"/>
          <p:cNvSpPr>
            <a:spLocks noGrp="1"/>
          </p:cNvSpPr>
          <p:nvPr>
            <p:ph type="body" sz="quarter" idx="36" hasCustomPrompt="1"/>
          </p:nvPr>
        </p:nvSpPr>
        <p:spPr>
          <a:xfrm>
            <a:off x="396000" y="4005501"/>
            <a:ext cx="1800000" cy="1173600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0" name="Textplatzhalter 3"/>
          <p:cNvSpPr>
            <a:spLocks noGrp="1"/>
          </p:cNvSpPr>
          <p:nvPr>
            <p:ph type="body" sz="quarter" idx="37" hasCustomPrompt="1"/>
          </p:nvPr>
        </p:nvSpPr>
        <p:spPr>
          <a:xfrm>
            <a:off x="396000" y="2758401"/>
            <a:ext cx="1800000" cy="1173600"/>
          </a:xfrm>
        </p:spPr>
        <p:txBody>
          <a:bodyPr anchor="ctr" anchorCtr="0"/>
          <a:lstStyle>
            <a:lvl1pPr marL="0" indent="0" algn="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r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1" name="Textplatzhalt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0001474" y="15113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2" name="Textplatzhalter 3"/>
          <p:cNvSpPr>
            <a:spLocks noGrp="1"/>
          </p:cNvSpPr>
          <p:nvPr>
            <p:ph type="body" sz="quarter" idx="31" hasCustomPrompt="1"/>
          </p:nvPr>
        </p:nvSpPr>
        <p:spPr>
          <a:xfrm>
            <a:off x="10001474" y="52526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3" name="Textplatzhalter 3"/>
          <p:cNvSpPr>
            <a:spLocks noGrp="1"/>
          </p:cNvSpPr>
          <p:nvPr>
            <p:ph type="body" sz="quarter" idx="32" hasCustomPrompt="1"/>
          </p:nvPr>
        </p:nvSpPr>
        <p:spPr>
          <a:xfrm>
            <a:off x="10001474" y="40055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4" name="Textplatzhalter 3"/>
          <p:cNvSpPr>
            <a:spLocks noGrp="1"/>
          </p:cNvSpPr>
          <p:nvPr>
            <p:ph type="body" sz="quarter" idx="33" hasCustomPrompt="1"/>
          </p:nvPr>
        </p:nvSpPr>
        <p:spPr>
          <a:xfrm>
            <a:off x="10001474" y="27584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95" name="Bildplatzhalter 8"/>
          <p:cNvSpPr>
            <a:spLocks noGrp="1" noChangeAspect="1"/>
          </p:cNvSpPr>
          <p:nvPr>
            <p:ph type="pic" sz="quarter" idx="11" hasCustomPrompt="1"/>
          </p:nvPr>
        </p:nvSpPr>
        <p:spPr bwMode="gray">
          <a:xfrm>
            <a:off x="8198671" y="15113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6" name="Bildplatzhalter 8"/>
          <p:cNvSpPr>
            <a:spLocks noGrp="1" noChangeAspect="1"/>
          </p:cNvSpPr>
          <p:nvPr>
            <p:ph type="pic" sz="quarter" idx="17" hasCustomPrompt="1"/>
          </p:nvPr>
        </p:nvSpPr>
        <p:spPr bwMode="gray">
          <a:xfrm>
            <a:off x="8198671" y="40055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7" name="Bildplatzhalter 8"/>
          <p:cNvSpPr>
            <a:spLocks noGrp="1" noChangeAspect="1"/>
          </p:cNvSpPr>
          <p:nvPr>
            <p:ph type="pic" sz="quarter" idx="18" hasCustomPrompt="1"/>
          </p:nvPr>
        </p:nvSpPr>
        <p:spPr bwMode="gray">
          <a:xfrm>
            <a:off x="8198671" y="27584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8" name="Bildplatzhalter 8"/>
          <p:cNvSpPr>
            <a:spLocks noGrp="1" noChangeAspect="1"/>
          </p:cNvSpPr>
          <p:nvPr>
            <p:ph type="pic" sz="quarter" idx="29" hasCustomPrompt="1"/>
          </p:nvPr>
        </p:nvSpPr>
        <p:spPr bwMode="gray">
          <a:xfrm>
            <a:off x="8198671" y="52526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9" name="Bildplatzhalter 8"/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2304000" y="15113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0" name="Bildplatzhalter 8"/>
          <p:cNvSpPr>
            <a:spLocks noGrp="1" noChangeAspect="1"/>
          </p:cNvSpPr>
          <p:nvPr>
            <p:ph type="pic" sz="quarter" idx="12" hasCustomPrompt="1"/>
          </p:nvPr>
        </p:nvSpPr>
        <p:spPr bwMode="gray">
          <a:xfrm>
            <a:off x="2304000" y="40055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2" name="Bildplatzhalter 8"/>
          <p:cNvSpPr>
            <a:spLocks noGrp="1" noChangeAspect="1"/>
          </p:cNvSpPr>
          <p:nvPr>
            <p:ph type="pic" sz="quarter" idx="14" hasCustomPrompt="1"/>
          </p:nvPr>
        </p:nvSpPr>
        <p:spPr bwMode="gray">
          <a:xfrm>
            <a:off x="2304000" y="27584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8" name="Bildplatzhalter 8"/>
          <p:cNvSpPr>
            <a:spLocks noGrp="1" noChangeAspect="1"/>
          </p:cNvSpPr>
          <p:nvPr>
            <p:ph type="pic" sz="quarter" idx="28" hasCustomPrompt="1"/>
          </p:nvPr>
        </p:nvSpPr>
        <p:spPr bwMode="gray">
          <a:xfrm>
            <a:off x="2304000" y="5252601"/>
            <a:ext cx="1692005" cy="1173600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cxnSp>
        <p:nvCxnSpPr>
          <p:cNvPr id="109" name="Gerade Verbindung 53"/>
          <p:cNvCxnSpPr>
            <a:stCxn id="99" idx="3"/>
            <a:endCxn id="66" idx="1"/>
          </p:cNvCxnSpPr>
          <p:nvPr userDrawn="1"/>
        </p:nvCxnSpPr>
        <p:spPr>
          <a:xfrm>
            <a:off x="3996005" y="2098101"/>
            <a:ext cx="483170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Gerade Verbindung 54"/>
          <p:cNvCxnSpPr>
            <a:stCxn id="102" idx="3"/>
            <a:endCxn id="67" idx="1"/>
          </p:cNvCxnSpPr>
          <p:nvPr userDrawn="1"/>
        </p:nvCxnSpPr>
        <p:spPr>
          <a:xfrm>
            <a:off x="3996005" y="3345201"/>
            <a:ext cx="483170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Gerade Verbindung 55"/>
          <p:cNvCxnSpPr>
            <a:stCxn id="95" idx="1"/>
            <a:endCxn id="86" idx="3"/>
          </p:cNvCxnSpPr>
          <p:nvPr userDrawn="1"/>
        </p:nvCxnSpPr>
        <p:spPr>
          <a:xfrm flipH="1">
            <a:off x="7719176" y="2098101"/>
            <a:ext cx="479495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Gerade Verbindung 56"/>
          <p:cNvCxnSpPr>
            <a:stCxn id="70" idx="3"/>
            <a:endCxn id="97" idx="1"/>
          </p:cNvCxnSpPr>
          <p:nvPr userDrawn="1"/>
        </p:nvCxnSpPr>
        <p:spPr>
          <a:xfrm>
            <a:off x="7719176" y="3345201"/>
            <a:ext cx="479495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Gerade Verbindung 57"/>
          <p:cNvCxnSpPr>
            <a:stCxn id="71" idx="3"/>
            <a:endCxn id="96" idx="1"/>
          </p:cNvCxnSpPr>
          <p:nvPr userDrawn="1"/>
        </p:nvCxnSpPr>
        <p:spPr>
          <a:xfrm>
            <a:off x="7719176" y="4592301"/>
            <a:ext cx="479495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Gerade Verbindung 58"/>
          <p:cNvCxnSpPr>
            <a:stCxn id="69" idx="3"/>
            <a:endCxn id="98" idx="1"/>
          </p:cNvCxnSpPr>
          <p:nvPr userDrawn="1"/>
        </p:nvCxnSpPr>
        <p:spPr>
          <a:xfrm>
            <a:off x="7719176" y="5839401"/>
            <a:ext cx="479495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Gerade Verbindung 59"/>
          <p:cNvCxnSpPr>
            <a:stCxn id="108" idx="3"/>
            <a:endCxn id="49" idx="1"/>
          </p:cNvCxnSpPr>
          <p:nvPr userDrawn="1"/>
        </p:nvCxnSpPr>
        <p:spPr>
          <a:xfrm>
            <a:off x="3996005" y="5839401"/>
            <a:ext cx="483170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60"/>
          <p:cNvCxnSpPr>
            <a:stCxn id="100" idx="3"/>
            <a:endCxn id="68" idx="1"/>
          </p:cNvCxnSpPr>
          <p:nvPr userDrawn="1"/>
        </p:nvCxnSpPr>
        <p:spPr>
          <a:xfrm>
            <a:off x="3996005" y="4592301"/>
            <a:ext cx="483170" cy="0"/>
          </a:xfrm>
          <a:prstGeom prst="line">
            <a:avLst/>
          </a:prstGeom>
          <a:ln w="31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34545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kt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024337" y="2757600"/>
            <a:ext cx="6148800" cy="2421734"/>
          </a:xfrm>
          <a:solidFill>
            <a:schemeClr val="accent6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3" name="Textplatzhalter 3"/>
          <p:cNvSpPr>
            <a:spLocks noGrp="1" noChangeAspect="1"/>
          </p:cNvSpPr>
          <p:nvPr>
            <p:ph type="body" sz="quarter" idx="67" hasCustomPrompt="1"/>
          </p:nvPr>
        </p:nvSpPr>
        <p:spPr bwMode="white">
          <a:xfrm rot="9427937">
            <a:off x="2425691" y="5284427"/>
            <a:ext cx="1909937" cy="91569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596021"/>
              <a:gd name="connsiteY0" fmla="*/ 35294 h 124463"/>
              <a:gd name="connsiteX1" fmla="*/ 36219 w 2596021"/>
              <a:gd name="connsiteY1" fmla="*/ 73396 h 124463"/>
              <a:gd name="connsiteX2" fmla="*/ 0 w 2596021"/>
              <a:gd name="connsiteY2" fmla="*/ 37306 h 124463"/>
              <a:gd name="connsiteX3" fmla="*/ 35816 w 2596021"/>
              <a:gd name="connsiteY3" fmla="*/ 8 h 124463"/>
              <a:gd name="connsiteX4" fmla="*/ 73065 w 2596021"/>
              <a:gd name="connsiteY4" fmla="*/ 35540 h 124463"/>
              <a:gd name="connsiteX5" fmla="*/ 2596020 w 2596021"/>
              <a:gd name="connsiteY5" fmla="*/ 124462 h 12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021" h="124463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596020" y="124462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4" name="Textplatzhalter 3"/>
          <p:cNvSpPr>
            <a:spLocks noGrp="1" noChangeAspect="1"/>
          </p:cNvSpPr>
          <p:nvPr>
            <p:ph type="body" sz="quarter" idx="56" hasCustomPrompt="1"/>
          </p:nvPr>
        </p:nvSpPr>
        <p:spPr bwMode="white">
          <a:xfrm rot="17090839">
            <a:off x="7964704" y="280890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5" name="Textplatzhalter 3"/>
          <p:cNvSpPr>
            <a:spLocks noGrp="1" noChangeAspect="1"/>
          </p:cNvSpPr>
          <p:nvPr>
            <p:ph type="body" sz="quarter" idx="57" hasCustomPrompt="1"/>
          </p:nvPr>
        </p:nvSpPr>
        <p:spPr bwMode="white">
          <a:xfrm rot="18468895">
            <a:off x="6090519" y="2581063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6" name="Textplatzhalter 3"/>
          <p:cNvSpPr>
            <a:spLocks noGrp="1" noChangeAspect="1"/>
          </p:cNvSpPr>
          <p:nvPr>
            <p:ph type="body" sz="quarter" idx="58" hasCustomPrompt="1"/>
          </p:nvPr>
        </p:nvSpPr>
        <p:spPr bwMode="white">
          <a:xfrm rot="11041244">
            <a:off x="2483054" y="3144224"/>
            <a:ext cx="2204126" cy="80242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95888" h="109067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995888" y="109067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7" name="Textplatzhalter 3"/>
          <p:cNvSpPr>
            <a:spLocks noGrp="1" noChangeAspect="1"/>
          </p:cNvSpPr>
          <p:nvPr>
            <p:ph type="body" sz="quarter" idx="59" hasCustomPrompt="1"/>
          </p:nvPr>
        </p:nvSpPr>
        <p:spPr bwMode="white">
          <a:xfrm rot="10320000">
            <a:off x="2608500" y="4603312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8" name="Textplatzhalter 3"/>
          <p:cNvSpPr>
            <a:spLocks noGrp="1" noChangeAspect="1"/>
          </p:cNvSpPr>
          <p:nvPr>
            <p:ph type="body" sz="quarter" idx="60" hasCustomPrompt="1"/>
          </p:nvPr>
        </p:nvSpPr>
        <p:spPr bwMode="white">
          <a:xfrm rot="3540000">
            <a:off x="5861589" y="4897309"/>
            <a:ext cx="1909937" cy="91569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596021"/>
              <a:gd name="connsiteY0" fmla="*/ 35294 h 124463"/>
              <a:gd name="connsiteX1" fmla="*/ 36219 w 2596021"/>
              <a:gd name="connsiteY1" fmla="*/ 73396 h 124463"/>
              <a:gd name="connsiteX2" fmla="*/ 0 w 2596021"/>
              <a:gd name="connsiteY2" fmla="*/ 37306 h 124463"/>
              <a:gd name="connsiteX3" fmla="*/ 35816 w 2596021"/>
              <a:gd name="connsiteY3" fmla="*/ 8 h 124463"/>
              <a:gd name="connsiteX4" fmla="*/ 73065 w 2596021"/>
              <a:gd name="connsiteY4" fmla="*/ 35540 h 124463"/>
              <a:gd name="connsiteX5" fmla="*/ 2596020 w 2596021"/>
              <a:gd name="connsiteY5" fmla="*/ 124462 h 12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021" h="124463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596020" y="124462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49" name="Textplatzhalter 3"/>
          <p:cNvSpPr>
            <a:spLocks noGrp="1" noChangeAspect="1"/>
          </p:cNvSpPr>
          <p:nvPr>
            <p:ph type="body" sz="quarter" idx="61" hasCustomPrompt="1"/>
          </p:nvPr>
        </p:nvSpPr>
        <p:spPr bwMode="white">
          <a:xfrm rot="12197832">
            <a:off x="2201247" y="2579449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0" name="Textplatzhalter 3"/>
          <p:cNvSpPr>
            <a:spLocks noGrp="1" noChangeAspect="1"/>
          </p:cNvSpPr>
          <p:nvPr>
            <p:ph type="body" sz="quarter" idx="62" hasCustomPrompt="1"/>
          </p:nvPr>
        </p:nvSpPr>
        <p:spPr bwMode="white">
          <a:xfrm rot="13889278">
            <a:off x="4708703" y="252068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1" name="Textplatzhalter 3"/>
          <p:cNvSpPr>
            <a:spLocks noGrp="1" noChangeAspect="1"/>
          </p:cNvSpPr>
          <p:nvPr>
            <p:ph type="body" sz="quarter" idx="63" hasCustomPrompt="1"/>
          </p:nvPr>
        </p:nvSpPr>
        <p:spPr bwMode="white">
          <a:xfrm rot="17090839" flipH="1" flipV="1">
            <a:off x="4827733" y="538222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2" name="Textplatzhalter 3"/>
          <p:cNvSpPr>
            <a:spLocks noGrp="1" noChangeAspect="1"/>
          </p:cNvSpPr>
          <p:nvPr>
            <p:ph type="body" sz="quarter" idx="64" hasCustomPrompt="1"/>
          </p:nvPr>
        </p:nvSpPr>
        <p:spPr bwMode="white">
          <a:xfrm rot="12243241" flipH="1" flipV="1">
            <a:off x="8587331" y="4580694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3" name="Textplatzhalter 3"/>
          <p:cNvSpPr>
            <a:spLocks noGrp="1" noChangeAspect="1"/>
          </p:cNvSpPr>
          <p:nvPr>
            <p:ph type="body" sz="quarter" idx="65" hasCustomPrompt="1"/>
          </p:nvPr>
        </p:nvSpPr>
        <p:spPr bwMode="white">
          <a:xfrm rot="10046435" flipH="1" flipV="1">
            <a:off x="8610544" y="3345727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4" name="Textplatzhalter 3"/>
          <p:cNvSpPr>
            <a:spLocks noGrp="1" noChangeAspect="1"/>
          </p:cNvSpPr>
          <p:nvPr>
            <p:ph type="body" sz="quarter" idx="66" hasCustomPrompt="1"/>
          </p:nvPr>
        </p:nvSpPr>
        <p:spPr bwMode="white">
          <a:xfrm rot="2851924">
            <a:off x="6698739" y="4854467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2"/>
          </a:solidFill>
          <a:ln w="22225">
            <a:solidFill>
              <a:schemeClr val="accent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     </a:t>
            </a:r>
          </a:p>
        </p:txBody>
      </p:sp>
      <p:sp>
        <p:nvSpPr>
          <p:cNvPr id="55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5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57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58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59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0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1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8" name="Textplatzhalter 3"/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396000" y="5252601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69" name="Textplatzhalter 3"/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4223026" y="5252601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CorpoS 15 pt. // kleineren Text: Listenebene erhöhen</a:t>
            </a:r>
          </a:p>
        </p:txBody>
      </p:sp>
      <p:sp>
        <p:nvSpPr>
          <p:cNvPr id="70" name="Textplatzhalter 3"/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6134851" y="5252601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CorpoS 15 pt. // kleineren Text: Listenebene erhöhen</a:t>
            </a:r>
          </a:p>
        </p:txBody>
      </p:sp>
      <p:sp>
        <p:nvSpPr>
          <p:cNvPr id="71" name="Textplatzhalter 3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8046674" y="1512000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2" name="Textplatzhalter 3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4223026" y="1512000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CorpoS 15 pt. // kleineren Text: Listenebene erhöhen</a:t>
            </a:r>
          </a:p>
        </p:txBody>
      </p:sp>
      <p:sp>
        <p:nvSpPr>
          <p:cNvPr id="73" name="Textplatzhalter 3"/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6134851" y="1512000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CorpoS 15 pt. // kleineren Text: Listenebene erhöhen</a:t>
            </a:r>
          </a:p>
        </p:txBody>
      </p:sp>
      <p:sp>
        <p:nvSpPr>
          <p:cNvPr id="74" name="Textplatzhalter 3"/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8046674" y="5252601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6" name="Textplatzhalter 3"/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396000" y="1512000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7" name="Textplatzhalter 3"/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396000" y="2758867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8" name="Textplatzhalter 3"/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396000" y="4005735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79" name="Textplatzhalter 3"/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9245474" y="4005735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  <p:sp>
        <p:nvSpPr>
          <p:cNvPr id="80" name="Textplatzhalter 3"/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9245474" y="2758867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1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Text in CorpoS in 15 pt. einfügen // für kleineren Text: Start // Absatz // Listenebene erhöhen</a:t>
            </a:r>
          </a:p>
        </p:txBody>
      </p:sp>
    </p:spTree>
    <p:extLst>
      <p:ext uri="{BB962C8B-B14F-4D97-AF65-F5344CB8AC3E}">
        <p14:creationId xmlns:p14="http://schemas.microsoft.com/office/powerpoint/2010/main" val="251751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0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27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28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29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30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31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33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34" name="Textplatzhalt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96000" y="1511301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5" name="Textplatzhalter 3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396000" y="1979418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6" name="Textplatzhalter 3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96000" y="2915651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7" name="Textplatzhalter 3"/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396000" y="4320000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8" name="Textplatzhalter 3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396000" y="2447534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39" name="Textplatzhalter 3"/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396000" y="3851886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40" name="Textplatzhalter 3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396000" y="3383769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41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222800" y="1511300"/>
            <a:ext cx="7578675" cy="32047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</p:spTree>
    <p:extLst>
      <p:ext uri="{BB962C8B-B14F-4D97-AF65-F5344CB8AC3E}">
        <p14:creationId xmlns:p14="http://schemas.microsoft.com/office/powerpoint/2010/main" val="375875417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5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59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60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61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2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0" y="4044227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3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8046676" y="1512000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4" name="Bildplatzhalter 8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046676" y="4044227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5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221337" y="1512000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6" name="Bildplatzhalter 8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21337" y="4044227"/>
            <a:ext cx="37548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6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5999" y="3501248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68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69" name="Textplatzhalt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221337" y="3501248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70" name="Textplatzhalter 3"/>
          <p:cNvSpPr>
            <a:spLocks noGrp="1"/>
          </p:cNvSpPr>
          <p:nvPr>
            <p:ph type="body" sz="quarter" idx="22" hasCustomPrompt="1"/>
          </p:nvPr>
        </p:nvSpPr>
        <p:spPr>
          <a:xfrm>
            <a:off x="8046676" y="3501248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71" name="Textplatzhalter 3"/>
          <p:cNvSpPr>
            <a:spLocks noGrp="1"/>
          </p:cNvSpPr>
          <p:nvPr>
            <p:ph type="body" sz="quarter" idx="23" hasCustomPrompt="1"/>
          </p:nvPr>
        </p:nvSpPr>
        <p:spPr>
          <a:xfrm>
            <a:off x="4221338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72" name="Textplatzhalter 3"/>
          <p:cNvSpPr>
            <a:spLocks noGrp="1"/>
          </p:cNvSpPr>
          <p:nvPr>
            <p:ph type="body" sz="quarter" idx="24" hasCustomPrompt="1"/>
          </p:nvPr>
        </p:nvSpPr>
        <p:spPr>
          <a:xfrm>
            <a:off x="8046676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73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74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75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79640208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31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32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33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34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3754800" cy="37548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5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8046676" y="1512000"/>
            <a:ext cx="3754800" cy="37548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6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221337" y="1512000"/>
            <a:ext cx="3754800" cy="37548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5999" y="531360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38" name="Textplatzhalt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221337" y="531360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39" name="Textplatzhalter 3"/>
          <p:cNvSpPr>
            <a:spLocks noGrp="1"/>
          </p:cNvSpPr>
          <p:nvPr>
            <p:ph type="body" sz="quarter" idx="22" hasCustomPrompt="1"/>
          </p:nvPr>
        </p:nvSpPr>
        <p:spPr>
          <a:xfrm>
            <a:off x="8046676" y="531360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0" name="Textplatzhalter 3"/>
          <p:cNvSpPr>
            <a:spLocks noGrp="1"/>
          </p:cNvSpPr>
          <p:nvPr>
            <p:ph type="body" sz="quarter" idx="25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1" name="Textplatzhalt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2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01498881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31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32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33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34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6663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5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1" y="4044227"/>
            <a:ext cx="56663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6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1" y="3501248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37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2" y="6030980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38" name="Bildplatzhalter 8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135076" y="1511300"/>
            <a:ext cx="56663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39" name="Bildplatzhalter 8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35076" y="4043527"/>
            <a:ext cx="5666399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0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6135076" y="3500548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1" name="Textplatzhalter 3"/>
          <p:cNvSpPr>
            <a:spLocks noGrp="1"/>
          </p:cNvSpPr>
          <p:nvPr>
            <p:ph type="body" sz="quarter" idx="28" hasCustomPrompt="1"/>
          </p:nvPr>
        </p:nvSpPr>
        <p:spPr>
          <a:xfrm>
            <a:off x="6135076" y="6030280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2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3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4" name="Textplatzhalter 3"/>
          <p:cNvSpPr>
            <a:spLocks noGrp="1"/>
          </p:cNvSpPr>
          <p:nvPr>
            <p:ph type="body" sz="quarter" idx="2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5448139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Bilder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39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40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41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42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3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0" y="4044227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4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0" y="35012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5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60309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6" name="Bildplatzhalter 8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134849" y="1511300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7" name="Bildplatzhalter 8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34849" y="4043527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8" name="Textplatzhalter 3"/>
          <p:cNvSpPr>
            <a:spLocks noGrp="1"/>
          </p:cNvSpPr>
          <p:nvPr>
            <p:ph type="body" sz="quarter" idx="27" hasCustomPrompt="1"/>
          </p:nvPr>
        </p:nvSpPr>
        <p:spPr>
          <a:xfrm>
            <a:off x="6134849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49" name="Textplatzhalter 3"/>
          <p:cNvSpPr>
            <a:spLocks noGrp="1"/>
          </p:cNvSpPr>
          <p:nvPr>
            <p:ph type="body" sz="quarter" idx="28" hasCustomPrompt="1"/>
          </p:nvPr>
        </p:nvSpPr>
        <p:spPr>
          <a:xfrm>
            <a:off x="6134851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0" name="Bildplatzhalter 8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265425" y="1511300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1" name="Bildplatzhalter 8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3265425" y="4043527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2" name="Textplatzhalter 3"/>
          <p:cNvSpPr>
            <a:spLocks noGrp="1"/>
          </p:cNvSpPr>
          <p:nvPr>
            <p:ph type="body" sz="quarter" idx="31" hasCustomPrompt="1"/>
          </p:nvPr>
        </p:nvSpPr>
        <p:spPr>
          <a:xfrm>
            <a:off x="3265425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3" name="Textplatzhalter 3"/>
          <p:cNvSpPr>
            <a:spLocks noGrp="1"/>
          </p:cNvSpPr>
          <p:nvPr>
            <p:ph type="body" sz="quarter" idx="32" hasCustomPrompt="1"/>
          </p:nvPr>
        </p:nvSpPr>
        <p:spPr>
          <a:xfrm>
            <a:off x="3265426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4" name="Bildplatzhalter 8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9004275" y="1511300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5" name="Bildplatzhalter 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004275" y="4043527"/>
            <a:ext cx="2797200" cy="1944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56" name="Textplatzhalter 3"/>
          <p:cNvSpPr>
            <a:spLocks noGrp="1"/>
          </p:cNvSpPr>
          <p:nvPr>
            <p:ph type="body" sz="quarter" idx="35" hasCustomPrompt="1"/>
          </p:nvPr>
        </p:nvSpPr>
        <p:spPr>
          <a:xfrm>
            <a:off x="9004275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7" name="Textplatzhalter 3"/>
          <p:cNvSpPr>
            <a:spLocks noGrp="1"/>
          </p:cNvSpPr>
          <p:nvPr>
            <p:ph type="body" sz="quarter" idx="36" hasCustomPrompt="1"/>
          </p:nvPr>
        </p:nvSpPr>
        <p:spPr>
          <a:xfrm>
            <a:off x="9004275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de-DE" noProof="0"/>
              <a:t>Bildunterschrift CorpoS 15 pt.</a:t>
            </a:r>
          </a:p>
        </p:txBody>
      </p:sp>
      <p:sp>
        <p:nvSpPr>
          <p:cNvPr id="58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59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60" name="Textplatzhalter 3"/>
          <p:cNvSpPr>
            <a:spLocks noGrp="1"/>
          </p:cNvSpPr>
          <p:nvPr>
            <p:ph type="body" sz="quarter" idx="3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11957309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s mit Textanmerku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omplett" hidden="1"/>
          <p:cNvSpPr/>
          <p:nvPr userDrawn="1"/>
        </p:nvSpPr>
        <p:spPr>
          <a:xfrm>
            <a:off x="395880" y="1511767"/>
            <a:ext cx="11399452" cy="3895508"/>
          </a:xfrm>
          <a:prstGeom prst="rect">
            <a:avLst/>
          </a:prstGeom>
          <a:solidFill>
            <a:schemeClr val="accent1"/>
          </a:solidFill>
          <a:ln w="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/>
          </a:p>
        </p:txBody>
      </p:sp>
      <p:grpSp>
        <p:nvGrpSpPr>
          <p:cNvPr id="64" name="Horizontal // fein" hidden="1"/>
          <p:cNvGrpSpPr/>
          <p:nvPr userDrawn="1"/>
        </p:nvGrpSpPr>
        <p:grpSpPr>
          <a:xfrm>
            <a:off x="395880" y="1511767"/>
            <a:ext cx="11399452" cy="3895508"/>
            <a:chOff x="396086" y="1511767"/>
            <a:chExt cx="11405389" cy="3895508"/>
          </a:xfrm>
        </p:grpSpPr>
        <p:sp>
          <p:nvSpPr>
            <p:cNvPr id="44" name="Links // Links"/>
            <p:cNvSpPr/>
            <p:nvPr userDrawn="1"/>
          </p:nvSpPr>
          <p:spPr>
            <a:xfrm>
              <a:off x="39608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5" name="Links // Rechts"/>
            <p:cNvSpPr/>
            <p:nvPr userDrawn="1"/>
          </p:nvSpPr>
          <p:spPr>
            <a:xfrm>
              <a:off x="2308774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6" name="Rechts // Links"/>
            <p:cNvSpPr/>
            <p:nvPr userDrawn="1"/>
          </p:nvSpPr>
          <p:spPr>
            <a:xfrm>
              <a:off x="8046838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7" name="Rechts // Rechts"/>
            <p:cNvSpPr/>
            <p:nvPr userDrawn="1"/>
          </p:nvSpPr>
          <p:spPr>
            <a:xfrm>
              <a:off x="995952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8" name="Mitte // Links"/>
            <p:cNvSpPr/>
            <p:nvPr userDrawn="1"/>
          </p:nvSpPr>
          <p:spPr>
            <a:xfrm>
              <a:off x="4221462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9" name="Mitte // Rechts"/>
            <p:cNvSpPr/>
            <p:nvPr userDrawn="1"/>
          </p:nvSpPr>
          <p:spPr>
            <a:xfrm>
              <a:off x="6134150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0" name="Links // Links"/>
            <p:cNvSpPr/>
            <p:nvPr userDrawn="1"/>
          </p:nvSpPr>
          <p:spPr>
            <a:xfrm>
              <a:off x="1352430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1" name="Links // Rechts"/>
            <p:cNvSpPr/>
            <p:nvPr userDrawn="1"/>
          </p:nvSpPr>
          <p:spPr>
            <a:xfrm>
              <a:off x="3265118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2" name="Rechts // Links"/>
            <p:cNvSpPr/>
            <p:nvPr userDrawn="1"/>
          </p:nvSpPr>
          <p:spPr>
            <a:xfrm>
              <a:off x="9003182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3" name="Rechts // Rechts"/>
            <p:cNvSpPr/>
            <p:nvPr userDrawn="1"/>
          </p:nvSpPr>
          <p:spPr>
            <a:xfrm>
              <a:off x="10915875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4" name="Mitte // Links"/>
            <p:cNvSpPr/>
            <p:nvPr userDrawn="1"/>
          </p:nvSpPr>
          <p:spPr>
            <a:xfrm>
              <a:off x="517780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5" name="Mitte // Rechts"/>
            <p:cNvSpPr/>
            <p:nvPr userDrawn="1"/>
          </p:nvSpPr>
          <p:spPr>
            <a:xfrm>
              <a:off x="7090494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65" name="Abstand Horizontal // fein" hidden="1"/>
          <p:cNvGrpSpPr/>
          <p:nvPr userDrawn="1"/>
        </p:nvGrpSpPr>
        <p:grpSpPr>
          <a:xfrm>
            <a:off x="1280393" y="1511767"/>
            <a:ext cx="9630427" cy="3895508"/>
            <a:chOff x="1281058" y="1511767"/>
            <a:chExt cx="9635443" cy="3895508"/>
          </a:xfrm>
        </p:grpSpPr>
        <p:sp>
          <p:nvSpPr>
            <p:cNvPr id="58" name="Abstand Rechts // Mitte"/>
            <p:cNvSpPr/>
            <p:nvPr userDrawn="1"/>
          </p:nvSpPr>
          <p:spPr>
            <a:xfrm>
              <a:off x="8931814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9" name="Abstand Links // Mitte"/>
            <p:cNvSpPr/>
            <p:nvPr userDrawn="1"/>
          </p:nvSpPr>
          <p:spPr>
            <a:xfrm>
              <a:off x="1281058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0" name="Abstand Mitte // Mitte"/>
            <p:cNvSpPr/>
            <p:nvPr userDrawn="1"/>
          </p:nvSpPr>
          <p:spPr>
            <a:xfrm>
              <a:off x="5106436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1" name="Abstand Rechts // Mitte"/>
            <p:cNvSpPr/>
            <p:nvPr userDrawn="1"/>
          </p:nvSpPr>
          <p:spPr>
            <a:xfrm>
              <a:off x="10844501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2" name="Abstand Links // Mitte"/>
            <p:cNvSpPr/>
            <p:nvPr userDrawn="1"/>
          </p:nvSpPr>
          <p:spPr>
            <a:xfrm>
              <a:off x="3193747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3" name="Abstand Mitte // Mitte"/>
            <p:cNvSpPr/>
            <p:nvPr userDrawn="1"/>
          </p:nvSpPr>
          <p:spPr>
            <a:xfrm>
              <a:off x="7019125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56" name="Horizontal // grob" hidden="1"/>
          <p:cNvGrpSpPr/>
          <p:nvPr userDrawn="1"/>
        </p:nvGrpSpPr>
        <p:grpSpPr>
          <a:xfrm>
            <a:off x="395880" y="1511300"/>
            <a:ext cx="11399452" cy="3895976"/>
            <a:chOff x="396086" y="1511300"/>
            <a:chExt cx="11405389" cy="3895976"/>
          </a:xfrm>
        </p:grpSpPr>
        <p:sp>
          <p:nvSpPr>
            <p:cNvPr id="25" name="Links // Links"/>
            <p:cNvSpPr/>
            <p:nvPr userDrawn="1"/>
          </p:nvSpPr>
          <p:spPr>
            <a:xfrm>
              <a:off x="396086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6" name="Links // Rechts"/>
            <p:cNvSpPr/>
            <p:nvPr userDrawn="1"/>
          </p:nvSpPr>
          <p:spPr>
            <a:xfrm>
              <a:off x="2309244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7" name="Rechts // Links"/>
            <p:cNvSpPr/>
            <p:nvPr userDrawn="1"/>
          </p:nvSpPr>
          <p:spPr>
            <a:xfrm>
              <a:off x="8048718" y="1511768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8" name="Rechts // Rechts"/>
            <p:cNvSpPr/>
            <p:nvPr userDrawn="1"/>
          </p:nvSpPr>
          <p:spPr>
            <a:xfrm>
              <a:off x="9961875" y="1511768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9" name="Mitte // Links"/>
            <p:cNvSpPr/>
            <p:nvPr userDrawn="1"/>
          </p:nvSpPr>
          <p:spPr>
            <a:xfrm>
              <a:off x="4222402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0" name="Mitte // Rechts"/>
            <p:cNvSpPr/>
            <p:nvPr userDrawn="1"/>
          </p:nvSpPr>
          <p:spPr>
            <a:xfrm>
              <a:off x="6135560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3" name="Links"/>
            <p:cNvSpPr/>
            <p:nvPr userDrawn="1"/>
          </p:nvSpPr>
          <p:spPr>
            <a:xfrm>
              <a:off x="396086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6" name="Mitte"/>
            <p:cNvSpPr/>
            <p:nvPr userDrawn="1"/>
          </p:nvSpPr>
          <p:spPr>
            <a:xfrm>
              <a:off x="4221380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4" name="Rechts"/>
            <p:cNvSpPr/>
            <p:nvPr userDrawn="1"/>
          </p:nvSpPr>
          <p:spPr>
            <a:xfrm>
              <a:off x="8046675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67" name="Abstand Horizontal // grob" hidden="1"/>
          <p:cNvGrpSpPr/>
          <p:nvPr userDrawn="1"/>
        </p:nvGrpSpPr>
        <p:grpSpPr>
          <a:xfrm>
            <a:off x="2235301" y="1511300"/>
            <a:ext cx="7720610" cy="3895508"/>
            <a:chOff x="2236465" y="1511300"/>
            <a:chExt cx="7724631" cy="3895508"/>
          </a:xfrm>
        </p:grpSpPr>
        <p:sp>
          <p:nvSpPr>
            <p:cNvPr id="33" name="Abstand Links"/>
            <p:cNvSpPr/>
            <p:nvPr userDrawn="1"/>
          </p:nvSpPr>
          <p:spPr>
            <a:xfrm>
              <a:off x="4150133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5" name="Abstand Rechts"/>
            <p:cNvSpPr/>
            <p:nvPr userDrawn="1"/>
          </p:nvSpPr>
          <p:spPr>
            <a:xfrm>
              <a:off x="7975427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1" name="Abstand Rechts // Mitte"/>
            <p:cNvSpPr/>
            <p:nvPr userDrawn="1"/>
          </p:nvSpPr>
          <p:spPr>
            <a:xfrm>
              <a:off x="9889096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2" name="Abstand Links // Mitte"/>
            <p:cNvSpPr/>
            <p:nvPr userDrawn="1"/>
          </p:nvSpPr>
          <p:spPr>
            <a:xfrm>
              <a:off x="2236465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3" name="Abstand Mitte // Mitte"/>
            <p:cNvSpPr/>
            <p:nvPr userDrawn="1"/>
          </p:nvSpPr>
          <p:spPr>
            <a:xfrm>
              <a:off x="6062781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99" name="Vertikal" hidden="1"/>
          <p:cNvGrpSpPr/>
          <p:nvPr userDrawn="1"/>
        </p:nvGrpSpPr>
        <p:grpSpPr>
          <a:xfrm>
            <a:off x="395082" y="1511299"/>
            <a:ext cx="11400250" cy="3895976"/>
            <a:chOff x="395287" y="1511299"/>
            <a:chExt cx="11406188" cy="3895976"/>
          </a:xfrm>
        </p:grpSpPr>
        <p:sp>
          <p:nvSpPr>
            <p:cNvPr id="19" name="Oben // Oben"/>
            <p:cNvSpPr/>
            <p:nvPr userDrawn="1"/>
          </p:nvSpPr>
          <p:spPr>
            <a:xfrm>
              <a:off x="396086" y="1511299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0" name="Oben // Unten"/>
            <p:cNvSpPr/>
            <p:nvPr userDrawn="1"/>
          </p:nvSpPr>
          <p:spPr>
            <a:xfrm>
              <a:off x="396086" y="2502758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1" name="Unten // Oben"/>
            <p:cNvSpPr/>
            <p:nvPr userDrawn="1"/>
          </p:nvSpPr>
          <p:spPr>
            <a:xfrm>
              <a:off x="395287" y="3494217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2" name="Unten // Unten"/>
            <p:cNvSpPr/>
            <p:nvPr userDrawn="1"/>
          </p:nvSpPr>
          <p:spPr>
            <a:xfrm>
              <a:off x="396086" y="4485675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16" name="Oben"/>
            <p:cNvSpPr/>
            <p:nvPr userDrawn="1"/>
          </p:nvSpPr>
          <p:spPr>
            <a:xfrm>
              <a:off x="396086" y="1511300"/>
              <a:ext cx="11405389" cy="191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18" name="Unten"/>
            <p:cNvSpPr/>
            <p:nvPr userDrawn="1"/>
          </p:nvSpPr>
          <p:spPr>
            <a:xfrm>
              <a:off x="396086" y="3495675"/>
              <a:ext cx="11405389" cy="191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98" name="Abstand Vertikal" hidden="1"/>
          <p:cNvGrpSpPr/>
          <p:nvPr userDrawn="1"/>
        </p:nvGrpSpPr>
        <p:grpSpPr>
          <a:xfrm>
            <a:off x="395880" y="2431828"/>
            <a:ext cx="11399452" cy="2054918"/>
            <a:chOff x="396086" y="2431828"/>
            <a:chExt cx="11405389" cy="2054918"/>
          </a:xfrm>
        </p:grpSpPr>
        <p:sp>
          <p:nvSpPr>
            <p:cNvPr id="29" name="Abstand Mitte"/>
            <p:cNvSpPr/>
            <p:nvPr userDrawn="1"/>
          </p:nvSpPr>
          <p:spPr>
            <a:xfrm>
              <a:off x="396885" y="3423287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1" name="Abstand Oben // Mitte"/>
            <p:cNvSpPr/>
            <p:nvPr userDrawn="1"/>
          </p:nvSpPr>
          <p:spPr>
            <a:xfrm>
              <a:off x="396086" y="2431828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2" name="Abstand Unten // Mitte"/>
            <p:cNvSpPr/>
            <p:nvPr userDrawn="1"/>
          </p:nvSpPr>
          <p:spPr>
            <a:xfrm>
              <a:off x="396086" y="4414746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sp>
        <p:nvSpPr>
          <p:cNvPr id="86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87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88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90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5436002"/>
            <a:ext cx="11406187" cy="9902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  <a:defRPr/>
            </a:lvl7pPr>
            <a:lvl8pPr>
              <a:spcAft>
                <a:spcPts val="0"/>
              </a:spcAft>
              <a:defRPr/>
            </a:lvl8pPr>
            <a:lvl9pPr>
              <a:spcAft>
                <a:spcPts val="0"/>
              </a:spcAft>
              <a:defRPr/>
            </a:lvl9pPr>
          </a:lstStyle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92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96885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4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308466" y="1511768"/>
            <a:ext cx="1842252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7" name="Bildplatzhalter 8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95288" y="3495677"/>
            <a:ext cx="3753557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0" name="Bildplatzhalter 8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222402" y="2503829"/>
            <a:ext cx="3752492" cy="1910916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1" name="Bildplatzhalter 8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134151" y="4486747"/>
            <a:ext cx="1843200" cy="92006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2" name="Bildplatzhalter 8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222402" y="4486747"/>
            <a:ext cx="1843200" cy="92006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3" name="Bildplatzhalter 8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046676" y="3495677"/>
            <a:ext cx="3754800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4" name="Bildplatzhalter 8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046677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5" name="Bildplatzhalter 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961876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6" name="Bildplatzhalter 8"/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6133884" y="1511768"/>
            <a:ext cx="1843200" cy="92006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7" name="Bildplatzhalter 8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222502" y="1511768"/>
            <a:ext cx="1843200" cy="92006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8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9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10" name="Textplatzhalter 3"/>
          <p:cNvSpPr>
            <a:spLocks noGrp="1"/>
          </p:cNvSpPr>
          <p:nvPr>
            <p:ph type="body" sz="quarter" idx="3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11" name="Textplatzhalter 7"/>
          <p:cNvSpPr>
            <a:spLocks noGrp="1"/>
          </p:cNvSpPr>
          <p:nvPr>
            <p:ph type="body" sz="quarter" idx="38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</p:spTree>
    <p:extLst>
      <p:ext uri="{BB962C8B-B14F-4D97-AF65-F5344CB8AC3E}">
        <p14:creationId xmlns:p14="http://schemas.microsoft.com/office/powerpoint/2010/main" val="99487776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s mit Textanmerkung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Komplett" hidden="1"/>
          <p:cNvSpPr/>
          <p:nvPr userDrawn="1"/>
        </p:nvSpPr>
        <p:spPr>
          <a:xfrm>
            <a:off x="395880" y="1511767"/>
            <a:ext cx="11399452" cy="3895508"/>
          </a:xfrm>
          <a:prstGeom prst="rect">
            <a:avLst/>
          </a:prstGeom>
          <a:solidFill>
            <a:schemeClr val="accent1"/>
          </a:solidFill>
          <a:ln w="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/>
          </a:p>
        </p:txBody>
      </p:sp>
      <p:grpSp>
        <p:nvGrpSpPr>
          <p:cNvPr id="64" name="Horizontal // fein" hidden="1"/>
          <p:cNvGrpSpPr/>
          <p:nvPr userDrawn="1"/>
        </p:nvGrpSpPr>
        <p:grpSpPr>
          <a:xfrm>
            <a:off x="395880" y="1511767"/>
            <a:ext cx="11399452" cy="3895508"/>
            <a:chOff x="396086" y="1511767"/>
            <a:chExt cx="11405389" cy="3895508"/>
          </a:xfrm>
        </p:grpSpPr>
        <p:sp>
          <p:nvSpPr>
            <p:cNvPr id="44" name="Links // Links"/>
            <p:cNvSpPr/>
            <p:nvPr userDrawn="1"/>
          </p:nvSpPr>
          <p:spPr>
            <a:xfrm>
              <a:off x="39608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5" name="Links // Rechts"/>
            <p:cNvSpPr/>
            <p:nvPr userDrawn="1"/>
          </p:nvSpPr>
          <p:spPr>
            <a:xfrm>
              <a:off x="2308774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6" name="Rechts // Links"/>
            <p:cNvSpPr/>
            <p:nvPr userDrawn="1"/>
          </p:nvSpPr>
          <p:spPr>
            <a:xfrm>
              <a:off x="8046838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7" name="Rechts // Rechts"/>
            <p:cNvSpPr/>
            <p:nvPr userDrawn="1"/>
          </p:nvSpPr>
          <p:spPr>
            <a:xfrm>
              <a:off x="995952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8" name="Mitte // Links"/>
            <p:cNvSpPr/>
            <p:nvPr userDrawn="1"/>
          </p:nvSpPr>
          <p:spPr>
            <a:xfrm>
              <a:off x="4221462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9" name="Mitte // Rechts"/>
            <p:cNvSpPr/>
            <p:nvPr userDrawn="1"/>
          </p:nvSpPr>
          <p:spPr>
            <a:xfrm>
              <a:off x="6134150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0" name="Links // Links"/>
            <p:cNvSpPr/>
            <p:nvPr userDrawn="1"/>
          </p:nvSpPr>
          <p:spPr>
            <a:xfrm>
              <a:off x="1352430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1" name="Links // Rechts"/>
            <p:cNvSpPr/>
            <p:nvPr userDrawn="1"/>
          </p:nvSpPr>
          <p:spPr>
            <a:xfrm>
              <a:off x="3265118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2" name="Rechts // Links"/>
            <p:cNvSpPr/>
            <p:nvPr userDrawn="1"/>
          </p:nvSpPr>
          <p:spPr>
            <a:xfrm>
              <a:off x="9003182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3" name="Rechts // Rechts"/>
            <p:cNvSpPr/>
            <p:nvPr userDrawn="1"/>
          </p:nvSpPr>
          <p:spPr>
            <a:xfrm>
              <a:off x="10915875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4" name="Mitte // Links"/>
            <p:cNvSpPr/>
            <p:nvPr userDrawn="1"/>
          </p:nvSpPr>
          <p:spPr>
            <a:xfrm>
              <a:off x="5177806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5" name="Mitte // Rechts"/>
            <p:cNvSpPr/>
            <p:nvPr userDrawn="1"/>
          </p:nvSpPr>
          <p:spPr>
            <a:xfrm>
              <a:off x="7090494" y="1511767"/>
              <a:ext cx="885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65" name="Abstand Horizontal // fein" hidden="1"/>
          <p:cNvGrpSpPr/>
          <p:nvPr userDrawn="1"/>
        </p:nvGrpSpPr>
        <p:grpSpPr>
          <a:xfrm>
            <a:off x="1280393" y="1511767"/>
            <a:ext cx="9630427" cy="3895508"/>
            <a:chOff x="1281058" y="1511767"/>
            <a:chExt cx="9635443" cy="3895508"/>
          </a:xfrm>
        </p:grpSpPr>
        <p:sp>
          <p:nvSpPr>
            <p:cNvPr id="58" name="Abstand Rechts // Mitte"/>
            <p:cNvSpPr/>
            <p:nvPr userDrawn="1"/>
          </p:nvSpPr>
          <p:spPr>
            <a:xfrm>
              <a:off x="8931814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59" name="Abstand Links // Mitte"/>
            <p:cNvSpPr/>
            <p:nvPr userDrawn="1"/>
          </p:nvSpPr>
          <p:spPr>
            <a:xfrm>
              <a:off x="1281058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0" name="Abstand Mitte // Mitte"/>
            <p:cNvSpPr/>
            <p:nvPr userDrawn="1"/>
          </p:nvSpPr>
          <p:spPr>
            <a:xfrm>
              <a:off x="5106436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1" name="Abstand Rechts // Mitte"/>
            <p:cNvSpPr/>
            <p:nvPr userDrawn="1"/>
          </p:nvSpPr>
          <p:spPr>
            <a:xfrm>
              <a:off x="10844501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2" name="Abstand Links // Mitte"/>
            <p:cNvSpPr/>
            <p:nvPr userDrawn="1"/>
          </p:nvSpPr>
          <p:spPr>
            <a:xfrm>
              <a:off x="3193747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63" name="Abstand Mitte // Mitte"/>
            <p:cNvSpPr/>
            <p:nvPr userDrawn="1"/>
          </p:nvSpPr>
          <p:spPr>
            <a:xfrm>
              <a:off x="7019125" y="1511767"/>
              <a:ext cx="72000" cy="389550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56" name="Horizontal // grob" hidden="1"/>
          <p:cNvGrpSpPr/>
          <p:nvPr userDrawn="1"/>
        </p:nvGrpSpPr>
        <p:grpSpPr>
          <a:xfrm>
            <a:off x="395880" y="1511300"/>
            <a:ext cx="11399452" cy="3895976"/>
            <a:chOff x="396086" y="1511300"/>
            <a:chExt cx="11405389" cy="3895976"/>
          </a:xfrm>
        </p:grpSpPr>
        <p:sp>
          <p:nvSpPr>
            <p:cNvPr id="25" name="Links // Links"/>
            <p:cNvSpPr/>
            <p:nvPr userDrawn="1"/>
          </p:nvSpPr>
          <p:spPr>
            <a:xfrm>
              <a:off x="396086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6" name="Links // Rechts"/>
            <p:cNvSpPr/>
            <p:nvPr userDrawn="1"/>
          </p:nvSpPr>
          <p:spPr>
            <a:xfrm>
              <a:off x="2309244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7" name="Rechts // Links"/>
            <p:cNvSpPr/>
            <p:nvPr userDrawn="1"/>
          </p:nvSpPr>
          <p:spPr>
            <a:xfrm>
              <a:off x="8048718" y="1511768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8" name="Rechts // Rechts"/>
            <p:cNvSpPr/>
            <p:nvPr userDrawn="1"/>
          </p:nvSpPr>
          <p:spPr>
            <a:xfrm>
              <a:off x="9961875" y="1511768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9" name="Mitte // Links"/>
            <p:cNvSpPr/>
            <p:nvPr userDrawn="1"/>
          </p:nvSpPr>
          <p:spPr>
            <a:xfrm>
              <a:off x="4222402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0" name="Mitte // Rechts"/>
            <p:cNvSpPr/>
            <p:nvPr userDrawn="1"/>
          </p:nvSpPr>
          <p:spPr>
            <a:xfrm>
              <a:off x="6135560" y="1511300"/>
              <a:ext cx="1839600" cy="3895508"/>
            </a:xfrm>
            <a:prstGeom prst="rect">
              <a:avLst/>
            </a:prstGeom>
            <a:solidFill>
              <a:schemeClr val="accent3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3" name="Links"/>
            <p:cNvSpPr/>
            <p:nvPr userDrawn="1"/>
          </p:nvSpPr>
          <p:spPr>
            <a:xfrm>
              <a:off x="396086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6" name="Mitte"/>
            <p:cNvSpPr/>
            <p:nvPr userDrawn="1"/>
          </p:nvSpPr>
          <p:spPr>
            <a:xfrm>
              <a:off x="4221380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4" name="Rechts"/>
            <p:cNvSpPr/>
            <p:nvPr userDrawn="1"/>
          </p:nvSpPr>
          <p:spPr>
            <a:xfrm>
              <a:off x="8046675" y="1511767"/>
              <a:ext cx="3754800" cy="3895508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67" name="Abstand Horizontal // grob" hidden="1"/>
          <p:cNvGrpSpPr/>
          <p:nvPr userDrawn="1"/>
        </p:nvGrpSpPr>
        <p:grpSpPr>
          <a:xfrm>
            <a:off x="2235301" y="1511300"/>
            <a:ext cx="7720610" cy="3895508"/>
            <a:chOff x="2236465" y="1511300"/>
            <a:chExt cx="7724631" cy="3895508"/>
          </a:xfrm>
        </p:grpSpPr>
        <p:sp>
          <p:nvSpPr>
            <p:cNvPr id="33" name="Abstand Links"/>
            <p:cNvSpPr/>
            <p:nvPr userDrawn="1"/>
          </p:nvSpPr>
          <p:spPr>
            <a:xfrm>
              <a:off x="4150133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5" name="Abstand Rechts"/>
            <p:cNvSpPr/>
            <p:nvPr userDrawn="1"/>
          </p:nvSpPr>
          <p:spPr>
            <a:xfrm>
              <a:off x="7975427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1" name="Abstand Rechts // Mitte"/>
            <p:cNvSpPr/>
            <p:nvPr userDrawn="1"/>
          </p:nvSpPr>
          <p:spPr>
            <a:xfrm>
              <a:off x="9889096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2" name="Abstand Links // Mitte"/>
            <p:cNvSpPr/>
            <p:nvPr userDrawn="1"/>
          </p:nvSpPr>
          <p:spPr>
            <a:xfrm>
              <a:off x="2236465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43" name="Abstand Mitte // Mitte"/>
            <p:cNvSpPr/>
            <p:nvPr userDrawn="1"/>
          </p:nvSpPr>
          <p:spPr>
            <a:xfrm>
              <a:off x="6062781" y="1511300"/>
              <a:ext cx="72000" cy="389550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99" name="Vertikal" hidden="1"/>
          <p:cNvGrpSpPr/>
          <p:nvPr userDrawn="1"/>
        </p:nvGrpSpPr>
        <p:grpSpPr>
          <a:xfrm>
            <a:off x="395082" y="1511299"/>
            <a:ext cx="11400250" cy="3895976"/>
            <a:chOff x="395287" y="1511299"/>
            <a:chExt cx="11406188" cy="3895976"/>
          </a:xfrm>
        </p:grpSpPr>
        <p:sp>
          <p:nvSpPr>
            <p:cNvPr id="19" name="Oben // Oben"/>
            <p:cNvSpPr/>
            <p:nvPr userDrawn="1"/>
          </p:nvSpPr>
          <p:spPr>
            <a:xfrm>
              <a:off x="396086" y="1511299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0" name="Oben // Unten"/>
            <p:cNvSpPr/>
            <p:nvPr userDrawn="1"/>
          </p:nvSpPr>
          <p:spPr>
            <a:xfrm>
              <a:off x="396086" y="2502758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1" name="Unten // Oben"/>
            <p:cNvSpPr/>
            <p:nvPr userDrawn="1"/>
          </p:nvSpPr>
          <p:spPr>
            <a:xfrm>
              <a:off x="395287" y="3494217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22" name="Unten // Unten"/>
            <p:cNvSpPr/>
            <p:nvPr userDrawn="1"/>
          </p:nvSpPr>
          <p:spPr>
            <a:xfrm>
              <a:off x="396086" y="4485675"/>
              <a:ext cx="11405389" cy="92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16" name="Oben"/>
            <p:cNvSpPr/>
            <p:nvPr userDrawn="1"/>
          </p:nvSpPr>
          <p:spPr>
            <a:xfrm>
              <a:off x="396086" y="1511300"/>
              <a:ext cx="11405389" cy="191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18" name="Unten"/>
            <p:cNvSpPr/>
            <p:nvPr userDrawn="1"/>
          </p:nvSpPr>
          <p:spPr>
            <a:xfrm>
              <a:off x="396086" y="3495675"/>
              <a:ext cx="11405389" cy="1911600"/>
            </a:xfrm>
            <a:prstGeom prst="rect">
              <a:avLst/>
            </a:prstGeom>
            <a:solidFill>
              <a:schemeClr val="accent2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grpSp>
        <p:nvGrpSpPr>
          <p:cNvPr id="98" name="Abstand Vertikal" hidden="1"/>
          <p:cNvGrpSpPr/>
          <p:nvPr userDrawn="1"/>
        </p:nvGrpSpPr>
        <p:grpSpPr>
          <a:xfrm>
            <a:off x="395880" y="2431828"/>
            <a:ext cx="11399452" cy="2054918"/>
            <a:chOff x="396086" y="2431828"/>
            <a:chExt cx="11405389" cy="2054918"/>
          </a:xfrm>
        </p:grpSpPr>
        <p:sp>
          <p:nvSpPr>
            <p:cNvPr id="29" name="Abstand Mitte"/>
            <p:cNvSpPr/>
            <p:nvPr userDrawn="1"/>
          </p:nvSpPr>
          <p:spPr>
            <a:xfrm>
              <a:off x="396885" y="3423287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1" name="Abstand Oben // Mitte"/>
            <p:cNvSpPr/>
            <p:nvPr userDrawn="1"/>
          </p:nvSpPr>
          <p:spPr>
            <a:xfrm>
              <a:off x="396086" y="2431828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sp>
          <p:nvSpPr>
            <p:cNvPr id="32" name="Abstand Unten // Mitte"/>
            <p:cNvSpPr/>
            <p:nvPr userDrawn="1"/>
          </p:nvSpPr>
          <p:spPr>
            <a:xfrm>
              <a:off x="396086" y="4414746"/>
              <a:ext cx="11404590" cy="7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</p:grpSp>
      <p:sp>
        <p:nvSpPr>
          <p:cNvPr id="83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84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85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86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5436002"/>
            <a:ext cx="11406187" cy="9902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  <a:defRPr/>
            </a:lvl7pPr>
            <a:lvl8pPr>
              <a:spcAft>
                <a:spcPts val="0"/>
              </a:spcAft>
              <a:defRPr/>
            </a:lvl8pPr>
            <a:lvl9pPr>
              <a:spcAft>
                <a:spcPts val="0"/>
              </a:spcAft>
              <a:defRPr/>
            </a:lvl9pPr>
          </a:lstStyle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87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96885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88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308466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0" name="Bildplatzhalter 8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95288" y="3495677"/>
            <a:ext cx="3753557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2" name="Bildplatzhalter 8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134151" y="3495677"/>
            <a:ext cx="1843200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4" name="Bildplatzhalter 8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222402" y="3495677"/>
            <a:ext cx="1843200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97" name="Bildplatzhalter 8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046676" y="3495677"/>
            <a:ext cx="3754800" cy="191113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0" name="Bildplatzhalter 8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046677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1" name="Bildplatzhalter 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961876" y="1511768"/>
            <a:ext cx="18432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2" name="Bildplatzhalter 8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222500" y="1511768"/>
            <a:ext cx="3754800" cy="191259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3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4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5" name="Textplatzhalter 3"/>
          <p:cNvSpPr>
            <a:spLocks noGrp="1"/>
          </p:cNvSpPr>
          <p:nvPr>
            <p:ph type="body" sz="quarter" idx="37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06" name="Textplatzhalter 7"/>
          <p:cNvSpPr>
            <a:spLocks noGrp="1"/>
          </p:cNvSpPr>
          <p:nvPr>
            <p:ph type="body" sz="quarter" idx="38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</p:spTree>
    <p:extLst>
      <p:ext uri="{BB962C8B-B14F-4D97-AF65-F5344CB8AC3E}">
        <p14:creationId xmlns:p14="http://schemas.microsoft.com/office/powerpoint/2010/main" val="417005149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 mit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"/>
            <a:ext cx="12193200" cy="6858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8" name="Textplatzhalter 3"/>
          <p:cNvSpPr>
            <a:spLocks noGrp="1"/>
          </p:cNvSpPr>
          <p:nvPr>
            <p:ph type="body" sz="quarter" idx="77" hasCustomPrompt="1"/>
          </p:nvPr>
        </p:nvSpPr>
        <p:spPr>
          <a:xfrm>
            <a:off x="4528931" y="366999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14" name="Textplatzhalter 3"/>
          <p:cNvSpPr>
            <a:spLocks noGrp="1"/>
          </p:cNvSpPr>
          <p:nvPr>
            <p:ph type="body" sz="quarter" idx="71" hasCustomPrompt="1"/>
          </p:nvPr>
        </p:nvSpPr>
        <p:spPr>
          <a:xfrm>
            <a:off x="396001" y="1786681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17" name="Textplatzhalter 3"/>
          <p:cNvSpPr>
            <a:spLocks noGrp="1"/>
          </p:cNvSpPr>
          <p:nvPr>
            <p:ph type="body" sz="quarter" idx="72" hasCustomPrompt="1"/>
          </p:nvPr>
        </p:nvSpPr>
        <p:spPr>
          <a:xfrm>
            <a:off x="396001" y="4626044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18" name="Textplatzhalter 3"/>
          <p:cNvSpPr>
            <a:spLocks noGrp="1"/>
          </p:cNvSpPr>
          <p:nvPr>
            <p:ph type="body" sz="quarter" idx="75" hasCustomPrompt="1"/>
          </p:nvPr>
        </p:nvSpPr>
        <p:spPr>
          <a:xfrm>
            <a:off x="396001" y="3206363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19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1" y="366999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0" name="Textplatzhalter 3"/>
          <p:cNvSpPr>
            <a:spLocks noGrp="1"/>
          </p:cNvSpPr>
          <p:nvPr>
            <p:ph type="body" sz="quarter" idx="78" hasCustomPrompt="1"/>
          </p:nvPr>
        </p:nvSpPr>
        <p:spPr>
          <a:xfrm>
            <a:off x="4528931" y="6043658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1" name="Textplatzhalter 3"/>
          <p:cNvSpPr>
            <a:spLocks noGrp="1"/>
          </p:cNvSpPr>
          <p:nvPr>
            <p:ph type="body" sz="quarter" idx="68" hasCustomPrompt="1"/>
          </p:nvPr>
        </p:nvSpPr>
        <p:spPr>
          <a:xfrm>
            <a:off x="396001" y="6045725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2" name="Textplatzhalter 3"/>
          <p:cNvSpPr>
            <a:spLocks noGrp="1"/>
          </p:cNvSpPr>
          <p:nvPr>
            <p:ph type="body" sz="quarter" idx="73" hasCustomPrompt="1"/>
          </p:nvPr>
        </p:nvSpPr>
        <p:spPr>
          <a:xfrm>
            <a:off x="8661861" y="1786164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3" name="Textplatzhalter 3"/>
          <p:cNvSpPr>
            <a:spLocks noGrp="1"/>
          </p:cNvSpPr>
          <p:nvPr>
            <p:ph type="body" sz="quarter" idx="74" hasCustomPrompt="1"/>
          </p:nvPr>
        </p:nvSpPr>
        <p:spPr>
          <a:xfrm>
            <a:off x="8661861" y="4624494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4" name="Textplatzhalter 3"/>
          <p:cNvSpPr>
            <a:spLocks noGrp="1"/>
          </p:cNvSpPr>
          <p:nvPr>
            <p:ph type="body" sz="quarter" idx="76" hasCustomPrompt="1"/>
          </p:nvPr>
        </p:nvSpPr>
        <p:spPr>
          <a:xfrm>
            <a:off x="8661861" y="3205329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5" name="Textplatzhalter 3"/>
          <p:cNvSpPr>
            <a:spLocks noGrp="1"/>
          </p:cNvSpPr>
          <p:nvPr>
            <p:ph type="body" sz="quarter" idx="69" hasCustomPrompt="1"/>
          </p:nvPr>
        </p:nvSpPr>
        <p:spPr>
          <a:xfrm>
            <a:off x="8661861" y="366999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6" name="Textplatzhalter 3"/>
          <p:cNvSpPr>
            <a:spLocks noGrp="1"/>
          </p:cNvSpPr>
          <p:nvPr>
            <p:ph type="body" sz="quarter" idx="70" hasCustomPrompt="1"/>
          </p:nvPr>
        </p:nvSpPr>
        <p:spPr>
          <a:xfrm>
            <a:off x="8661861" y="6043658"/>
            <a:ext cx="3139584" cy="380470"/>
          </a:xfrm>
          <a:solidFill>
            <a:schemeClr val="bg1"/>
          </a:solidFill>
        </p:spPr>
        <p:txBody>
          <a:bodyPr wrap="none" lIns="107985" tIns="35995" rIns="107985" bIns="35995" anchor="ctr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de-DE" noProof="0"/>
              <a:t>Highlight in CorpoS in 20 pt.</a:t>
            </a:r>
          </a:p>
        </p:txBody>
      </p:sp>
      <p:sp>
        <p:nvSpPr>
          <p:cNvPr id="127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8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9" name="Textplatzhalter 3"/>
          <p:cNvSpPr>
            <a:spLocks noGrp="1"/>
          </p:cNvSpPr>
          <p:nvPr>
            <p:ph type="body" sz="quarter" idx="7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8964797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/ Text/Multi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Raster" hidden="1"/>
          <p:cNvGrpSpPr/>
          <p:nvPr userDrawn="1"/>
        </p:nvGrpSpPr>
        <p:grpSpPr>
          <a:xfrm>
            <a:off x="-853" y="1"/>
            <a:ext cx="12192855" cy="6858000"/>
            <a:chOff x="-855" y="0"/>
            <a:chExt cx="12199205" cy="6858000"/>
          </a:xfrm>
        </p:grpSpPr>
        <p:sp>
          <p:nvSpPr>
            <p:cNvPr id="24" name="Komplett"/>
            <p:cNvSpPr/>
            <p:nvPr userDrawn="1"/>
          </p:nvSpPr>
          <p:spPr>
            <a:xfrm>
              <a:off x="0" y="822"/>
              <a:ext cx="12198350" cy="6857177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grpSp>
          <p:nvGrpSpPr>
            <p:cNvPr id="2" name="Abstand Horizontal"/>
            <p:cNvGrpSpPr/>
            <p:nvPr userDrawn="1"/>
          </p:nvGrpSpPr>
          <p:grpSpPr>
            <a:xfrm>
              <a:off x="2995458" y="0"/>
              <a:ext cx="6207434" cy="6858000"/>
              <a:chOff x="2995458" y="0"/>
              <a:chExt cx="6207434" cy="6858000"/>
            </a:xfrm>
          </p:grpSpPr>
          <p:sp>
            <p:nvSpPr>
              <p:cNvPr id="28" name="Abstand Links"/>
              <p:cNvSpPr/>
              <p:nvPr userDrawn="1"/>
            </p:nvSpPr>
            <p:spPr>
              <a:xfrm>
                <a:off x="2995458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29" name="Abstand Mitte"/>
              <p:cNvSpPr/>
              <p:nvPr userDrawn="1"/>
            </p:nvSpPr>
            <p:spPr>
              <a:xfrm>
                <a:off x="6063175" y="823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4" name="Abstand Rechts"/>
              <p:cNvSpPr/>
              <p:nvPr userDrawn="1"/>
            </p:nvSpPr>
            <p:spPr>
              <a:xfrm>
                <a:off x="9130892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3" name="Abstand Vertikal"/>
            <p:cNvGrpSpPr/>
            <p:nvPr userDrawn="1"/>
          </p:nvGrpSpPr>
          <p:grpSpPr>
            <a:xfrm>
              <a:off x="0" y="1083600"/>
              <a:ext cx="12198350" cy="4690800"/>
              <a:chOff x="0" y="1083600"/>
              <a:chExt cx="12198350" cy="4690800"/>
            </a:xfrm>
          </p:grpSpPr>
          <p:sp>
            <p:nvSpPr>
              <p:cNvPr id="45" name="Abstand Oben"/>
              <p:cNvSpPr/>
              <p:nvPr userDrawn="1"/>
            </p:nvSpPr>
            <p:spPr>
              <a:xfrm>
                <a:off x="855" y="22383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46" name="Abstand Unten"/>
              <p:cNvSpPr/>
              <p:nvPr userDrawn="1"/>
            </p:nvSpPr>
            <p:spPr>
              <a:xfrm>
                <a:off x="0" y="45477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47" name="Abstand Oben // Mitte"/>
              <p:cNvSpPr/>
              <p:nvPr userDrawn="1"/>
            </p:nvSpPr>
            <p:spPr>
              <a:xfrm>
                <a:off x="0" y="10836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1" name="Abstand Unten // Mitte"/>
              <p:cNvSpPr/>
              <p:nvPr userDrawn="1"/>
            </p:nvSpPr>
            <p:spPr>
              <a:xfrm>
                <a:off x="0" y="57024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" name="Horizontal" hidden="1"/>
            <p:cNvGrpSpPr/>
            <p:nvPr userDrawn="1"/>
          </p:nvGrpSpPr>
          <p:grpSpPr>
            <a:xfrm>
              <a:off x="0" y="0"/>
              <a:ext cx="12198350" cy="6858000"/>
              <a:chOff x="0" y="0"/>
              <a:chExt cx="12198350" cy="6858000"/>
            </a:xfrm>
          </p:grpSpPr>
          <p:sp>
            <p:nvSpPr>
              <p:cNvPr id="25" name="Links"/>
              <p:cNvSpPr/>
              <p:nvPr userDrawn="1"/>
            </p:nvSpPr>
            <p:spPr>
              <a:xfrm>
                <a:off x="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27" name="Rechts"/>
              <p:cNvSpPr/>
              <p:nvPr userDrawn="1"/>
            </p:nvSpPr>
            <p:spPr>
              <a:xfrm>
                <a:off x="613595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0" name="Links // Links"/>
              <p:cNvSpPr/>
              <p:nvPr userDrawn="1"/>
            </p:nvSpPr>
            <p:spPr>
              <a:xfrm>
                <a:off x="0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1" name="Links // Rechts"/>
              <p:cNvSpPr/>
              <p:nvPr userDrawn="1"/>
            </p:nvSpPr>
            <p:spPr>
              <a:xfrm>
                <a:off x="3067717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2" name="Rechts // Links"/>
              <p:cNvSpPr/>
              <p:nvPr userDrawn="1"/>
            </p:nvSpPr>
            <p:spPr>
              <a:xfrm>
                <a:off x="6135434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33" name="Rechts // Rechts"/>
              <p:cNvSpPr/>
              <p:nvPr userDrawn="1"/>
            </p:nvSpPr>
            <p:spPr>
              <a:xfrm>
                <a:off x="9203150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4" name="Vertikal" hidden="1"/>
            <p:cNvGrpSpPr/>
            <p:nvPr userDrawn="1"/>
          </p:nvGrpSpPr>
          <p:grpSpPr>
            <a:xfrm>
              <a:off x="-855" y="0"/>
              <a:ext cx="12199205" cy="6858000"/>
              <a:chOff x="-855" y="0"/>
              <a:chExt cx="12199205" cy="6858000"/>
            </a:xfrm>
          </p:grpSpPr>
          <p:sp>
            <p:nvSpPr>
              <p:cNvPr id="42" name="Oben"/>
              <p:cNvSpPr/>
              <p:nvPr userDrawn="1"/>
            </p:nvSpPr>
            <p:spPr>
              <a:xfrm>
                <a:off x="0" y="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43" name="Mitte"/>
              <p:cNvSpPr/>
              <p:nvPr userDrawn="1"/>
            </p:nvSpPr>
            <p:spPr>
              <a:xfrm>
                <a:off x="0" y="23094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44" name="Unten"/>
              <p:cNvSpPr/>
              <p:nvPr userDrawn="1"/>
            </p:nvSpPr>
            <p:spPr>
              <a:xfrm>
                <a:off x="0" y="46188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57" name="Oben // Oben"/>
              <p:cNvSpPr/>
              <p:nvPr userDrawn="1"/>
            </p:nvSpPr>
            <p:spPr>
              <a:xfrm>
                <a:off x="0" y="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58" name="Oben // Unten"/>
              <p:cNvSpPr/>
              <p:nvPr userDrawn="1"/>
            </p:nvSpPr>
            <p:spPr>
              <a:xfrm>
                <a:off x="0" y="11556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59" name="Unten // Oben"/>
              <p:cNvSpPr/>
              <p:nvPr userDrawn="1"/>
            </p:nvSpPr>
            <p:spPr>
              <a:xfrm>
                <a:off x="-855" y="46188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0" name="Unten // Unten"/>
              <p:cNvSpPr/>
              <p:nvPr userDrawn="1"/>
            </p:nvSpPr>
            <p:spPr>
              <a:xfrm>
                <a:off x="0" y="57744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</p:grpSp>
      <p:sp>
        <p:nvSpPr>
          <p:cNvPr id="105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4619700"/>
            <a:ext cx="6062917" cy="2239123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6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-824"/>
            <a:ext cx="2995201" cy="6858824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7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175" y="0"/>
            <a:ext cx="2995717" cy="1083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8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175" y="1155600"/>
            <a:ext cx="2995717" cy="33921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09" name="Bildplatzhalter 8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175" y="4619700"/>
            <a:ext cx="2995459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10" name="Titel 6"/>
          <p:cNvSpPr>
            <a:spLocks noGrp="1"/>
          </p:cNvSpPr>
          <p:nvPr>
            <p:ph type="title" hasCustomPrompt="1"/>
          </p:nvPr>
        </p:nvSpPr>
        <p:spPr bwMode="black">
          <a:xfrm>
            <a:off x="395290" y="368300"/>
            <a:ext cx="5508000" cy="10083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Headline zweizeilig in CorpoA (Überschriften) 30 pt. </a:t>
            </a:r>
          </a:p>
        </p:txBody>
      </p:sp>
      <p:sp>
        <p:nvSpPr>
          <p:cNvPr id="111" name="Textplatzhalter 13"/>
          <p:cNvSpPr>
            <a:spLocks noGrp="1"/>
          </p:cNvSpPr>
          <p:nvPr>
            <p:ph type="body" sz="quarter" idx="20" hasCustomPrompt="1"/>
          </p:nvPr>
        </p:nvSpPr>
        <p:spPr bwMode="black">
          <a:xfrm>
            <a:off x="395289" y="1512000"/>
            <a:ext cx="5508000" cy="29493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5"/>
            <a:r>
              <a:rPr lang="de-DE" noProof="0"/>
              <a:t>Fünfte Ebene</a:t>
            </a:r>
          </a:p>
        </p:txBody>
      </p:sp>
      <p:sp>
        <p:nvSpPr>
          <p:cNvPr id="112" name="Textplatzhalter 7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13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14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15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5684378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s //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Raster" hidden="1"/>
          <p:cNvGrpSpPr/>
          <p:nvPr userDrawn="1"/>
        </p:nvGrpSpPr>
        <p:grpSpPr>
          <a:xfrm>
            <a:off x="-853" y="1"/>
            <a:ext cx="12192855" cy="6858000"/>
            <a:chOff x="-855" y="0"/>
            <a:chExt cx="12199205" cy="6858000"/>
          </a:xfrm>
        </p:grpSpPr>
        <p:sp>
          <p:nvSpPr>
            <p:cNvPr id="51" name="Komplett"/>
            <p:cNvSpPr/>
            <p:nvPr userDrawn="1"/>
          </p:nvSpPr>
          <p:spPr>
            <a:xfrm>
              <a:off x="0" y="822"/>
              <a:ext cx="12198350" cy="6857177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grpSp>
          <p:nvGrpSpPr>
            <p:cNvPr id="52" name="Abstand Horizontal" hidden="1"/>
            <p:cNvGrpSpPr/>
            <p:nvPr userDrawn="1"/>
          </p:nvGrpSpPr>
          <p:grpSpPr>
            <a:xfrm>
              <a:off x="2995458" y="0"/>
              <a:ext cx="6207434" cy="6858000"/>
              <a:chOff x="2995458" y="0"/>
              <a:chExt cx="6207434" cy="6858000"/>
            </a:xfrm>
          </p:grpSpPr>
          <p:sp>
            <p:nvSpPr>
              <p:cNvPr id="105" name="Abstand Links"/>
              <p:cNvSpPr/>
              <p:nvPr userDrawn="1"/>
            </p:nvSpPr>
            <p:spPr>
              <a:xfrm>
                <a:off x="2995458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6" name="Abstand Mitte"/>
              <p:cNvSpPr/>
              <p:nvPr userDrawn="1"/>
            </p:nvSpPr>
            <p:spPr>
              <a:xfrm>
                <a:off x="6063175" y="823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7" name="Abstand Rechts"/>
              <p:cNvSpPr/>
              <p:nvPr userDrawn="1"/>
            </p:nvSpPr>
            <p:spPr>
              <a:xfrm>
                <a:off x="9130892" y="823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3" name="Abstand Vertikal" hidden="1"/>
            <p:cNvGrpSpPr/>
            <p:nvPr userDrawn="1"/>
          </p:nvGrpSpPr>
          <p:grpSpPr>
            <a:xfrm>
              <a:off x="0" y="1083600"/>
              <a:ext cx="12198350" cy="4690800"/>
              <a:chOff x="0" y="1083600"/>
              <a:chExt cx="12198350" cy="4690800"/>
            </a:xfrm>
          </p:grpSpPr>
          <p:sp>
            <p:nvSpPr>
              <p:cNvPr id="101" name="Abstand Oben"/>
              <p:cNvSpPr/>
              <p:nvPr userDrawn="1"/>
            </p:nvSpPr>
            <p:spPr>
              <a:xfrm>
                <a:off x="855" y="22383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2" name="Abstand Unten"/>
              <p:cNvSpPr/>
              <p:nvPr userDrawn="1"/>
            </p:nvSpPr>
            <p:spPr>
              <a:xfrm>
                <a:off x="0" y="45477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3" name="Abstand Oben // Mitte"/>
              <p:cNvSpPr/>
              <p:nvPr userDrawn="1"/>
            </p:nvSpPr>
            <p:spPr>
              <a:xfrm>
                <a:off x="0" y="10836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4" name="Abstand Unten // Mitte"/>
              <p:cNvSpPr/>
              <p:nvPr userDrawn="1"/>
            </p:nvSpPr>
            <p:spPr>
              <a:xfrm>
                <a:off x="0" y="57024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4" name="Horizontal" hidden="1"/>
            <p:cNvGrpSpPr/>
            <p:nvPr userDrawn="1"/>
          </p:nvGrpSpPr>
          <p:grpSpPr>
            <a:xfrm>
              <a:off x="0" y="0"/>
              <a:ext cx="12198350" cy="6858000"/>
              <a:chOff x="0" y="0"/>
              <a:chExt cx="12198350" cy="6858000"/>
            </a:xfrm>
          </p:grpSpPr>
          <p:sp>
            <p:nvSpPr>
              <p:cNvPr id="95" name="Links"/>
              <p:cNvSpPr/>
              <p:nvPr userDrawn="1"/>
            </p:nvSpPr>
            <p:spPr>
              <a:xfrm>
                <a:off x="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6" name="Rechts"/>
              <p:cNvSpPr/>
              <p:nvPr userDrawn="1"/>
            </p:nvSpPr>
            <p:spPr>
              <a:xfrm>
                <a:off x="613595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7" name="Links // Links"/>
              <p:cNvSpPr/>
              <p:nvPr userDrawn="1"/>
            </p:nvSpPr>
            <p:spPr>
              <a:xfrm>
                <a:off x="0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8" name="Links // Rechts"/>
              <p:cNvSpPr/>
              <p:nvPr userDrawn="1"/>
            </p:nvSpPr>
            <p:spPr>
              <a:xfrm>
                <a:off x="3067717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9" name="Rechts // Links"/>
              <p:cNvSpPr/>
              <p:nvPr userDrawn="1"/>
            </p:nvSpPr>
            <p:spPr>
              <a:xfrm>
                <a:off x="6135434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0" name="Rechts // Rechts"/>
              <p:cNvSpPr/>
              <p:nvPr userDrawn="1"/>
            </p:nvSpPr>
            <p:spPr>
              <a:xfrm>
                <a:off x="9203150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5" name="Vertikal" hidden="1"/>
            <p:cNvGrpSpPr/>
            <p:nvPr userDrawn="1"/>
          </p:nvGrpSpPr>
          <p:grpSpPr>
            <a:xfrm>
              <a:off x="-855" y="0"/>
              <a:ext cx="12199205" cy="6858000"/>
              <a:chOff x="-855" y="0"/>
              <a:chExt cx="12199205" cy="6858000"/>
            </a:xfrm>
          </p:grpSpPr>
          <p:sp>
            <p:nvSpPr>
              <p:cNvPr id="56" name="Oben"/>
              <p:cNvSpPr/>
              <p:nvPr userDrawn="1"/>
            </p:nvSpPr>
            <p:spPr>
              <a:xfrm>
                <a:off x="0" y="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2" name="Mitte"/>
              <p:cNvSpPr/>
              <p:nvPr userDrawn="1"/>
            </p:nvSpPr>
            <p:spPr>
              <a:xfrm>
                <a:off x="0" y="23094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4" name="Unten"/>
              <p:cNvSpPr/>
              <p:nvPr userDrawn="1"/>
            </p:nvSpPr>
            <p:spPr>
              <a:xfrm>
                <a:off x="0" y="46188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6" name="Oben // Oben"/>
              <p:cNvSpPr/>
              <p:nvPr userDrawn="1"/>
            </p:nvSpPr>
            <p:spPr>
              <a:xfrm>
                <a:off x="0" y="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2" name="Oben // Unten"/>
              <p:cNvSpPr/>
              <p:nvPr userDrawn="1"/>
            </p:nvSpPr>
            <p:spPr>
              <a:xfrm>
                <a:off x="0" y="11556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3" name="Unten // Oben"/>
              <p:cNvSpPr/>
              <p:nvPr userDrawn="1"/>
            </p:nvSpPr>
            <p:spPr>
              <a:xfrm>
                <a:off x="-855" y="46188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4" name="Unten // Unten"/>
              <p:cNvSpPr/>
              <p:nvPr userDrawn="1"/>
            </p:nvSpPr>
            <p:spPr>
              <a:xfrm>
                <a:off x="0" y="57744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</p:grpSp>
      <p:sp>
        <p:nvSpPr>
          <p:cNvPr id="119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2310301"/>
            <a:ext cx="6062400" cy="45477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0" name="Bildplatzhalter 8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6062400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1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0"/>
            <a:ext cx="2995201" cy="685800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2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175" y="5774400"/>
            <a:ext cx="2995717" cy="1083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3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175" y="2309400"/>
            <a:ext cx="2995717" cy="3393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4" name="Bildplatzhalter 8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175" y="0"/>
            <a:ext cx="2995717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54313216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s //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Raster" hidden="1"/>
          <p:cNvGrpSpPr/>
          <p:nvPr userDrawn="1"/>
        </p:nvGrpSpPr>
        <p:grpSpPr>
          <a:xfrm>
            <a:off x="-853" y="1"/>
            <a:ext cx="12192855" cy="6858000"/>
            <a:chOff x="-855" y="0"/>
            <a:chExt cx="12199205" cy="6858000"/>
          </a:xfrm>
        </p:grpSpPr>
        <p:sp>
          <p:nvSpPr>
            <p:cNvPr id="52" name="Komplett"/>
            <p:cNvSpPr/>
            <p:nvPr userDrawn="1"/>
          </p:nvSpPr>
          <p:spPr>
            <a:xfrm>
              <a:off x="0" y="822"/>
              <a:ext cx="12198350" cy="6857177"/>
            </a:xfrm>
            <a:prstGeom prst="rect">
              <a:avLst/>
            </a:prstGeom>
            <a:solidFill>
              <a:schemeClr val="accent1"/>
            </a:solidFill>
            <a:ln w="0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 anchorCtr="0"/>
            <a:lstStyle/>
            <a:p>
              <a:pPr algn="l">
                <a:lnSpc>
                  <a:spcPct val="108000"/>
                </a:lnSpc>
                <a:spcAft>
                  <a:spcPts val="1008"/>
                </a:spcAft>
              </a:pPr>
              <a:endParaRPr lang="de-DE" sz="2000"/>
            </a:p>
          </p:txBody>
        </p:sp>
        <p:grpSp>
          <p:nvGrpSpPr>
            <p:cNvPr id="53" name="Abstand Horizontal" hidden="1"/>
            <p:cNvGrpSpPr/>
            <p:nvPr userDrawn="1"/>
          </p:nvGrpSpPr>
          <p:grpSpPr>
            <a:xfrm>
              <a:off x="2995458" y="0"/>
              <a:ext cx="6207434" cy="6858000"/>
              <a:chOff x="2995458" y="0"/>
              <a:chExt cx="6207434" cy="6858000"/>
            </a:xfrm>
          </p:grpSpPr>
          <p:sp>
            <p:nvSpPr>
              <p:cNvPr id="105" name="Abstand Links"/>
              <p:cNvSpPr/>
              <p:nvPr userDrawn="1"/>
            </p:nvSpPr>
            <p:spPr>
              <a:xfrm>
                <a:off x="2995458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6" name="Abstand Mitte"/>
              <p:cNvSpPr/>
              <p:nvPr userDrawn="1"/>
            </p:nvSpPr>
            <p:spPr>
              <a:xfrm>
                <a:off x="6063175" y="823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7" name="Abstand Rechts"/>
              <p:cNvSpPr/>
              <p:nvPr userDrawn="1"/>
            </p:nvSpPr>
            <p:spPr>
              <a:xfrm>
                <a:off x="9130892" y="0"/>
                <a:ext cx="72000" cy="6857177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4" name="Abstand Vertikal" hidden="1"/>
            <p:cNvGrpSpPr/>
            <p:nvPr userDrawn="1"/>
          </p:nvGrpSpPr>
          <p:grpSpPr>
            <a:xfrm>
              <a:off x="0" y="1083600"/>
              <a:ext cx="12198350" cy="4690800"/>
              <a:chOff x="0" y="1083600"/>
              <a:chExt cx="12198350" cy="4690800"/>
            </a:xfrm>
          </p:grpSpPr>
          <p:sp>
            <p:nvSpPr>
              <p:cNvPr id="101" name="Abstand Oben"/>
              <p:cNvSpPr/>
              <p:nvPr userDrawn="1"/>
            </p:nvSpPr>
            <p:spPr>
              <a:xfrm>
                <a:off x="855" y="22383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2" name="Abstand Unten"/>
              <p:cNvSpPr/>
              <p:nvPr userDrawn="1"/>
            </p:nvSpPr>
            <p:spPr>
              <a:xfrm>
                <a:off x="0" y="45477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3" name="Abstand Oben // Mitte"/>
              <p:cNvSpPr/>
              <p:nvPr userDrawn="1"/>
            </p:nvSpPr>
            <p:spPr>
              <a:xfrm>
                <a:off x="0" y="10836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4" name="Abstand Unten // Mitte"/>
              <p:cNvSpPr/>
              <p:nvPr userDrawn="1"/>
            </p:nvSpPr>
            <p:spPr>
              <a:xfrm>
                <a:off x="0" y="5702400"/>
                <a:ext cx="12197495" cy="72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5" name="Horizontal" hidden="1"/>
            <p:cNvGrpSpPr/>
            <p:nvPr userDrawn="1"/>
          </p:nvGrpSpPr>
          <p:grpSpPr>
            <a:xfrm>
              <a:off x="0" y="0"/>
              <a:ext cx="12198350" cy="6858000"/>
              <a:chOff x="0" y="0"/>
              <a:chExt cx="12198350" cy="6858000"/>
            </a:xfrm>
          </p:grpSpPr>
          <p:sp>
            <p:nvSpPr>
              <p:cNvPr id="95" name="Links"/>
              <p:cNvSpPr/>
              <p:nvPr userDrawn="1"/>
            </p:nvSpPr>
            <p:spPr>
              <a:xfrm>
                <a:off x="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6" name="Rechts"/>
              <p:cNvSpPr/>
              <p:nvPr userDrawn="1"/>
            </p:nvSpPr>
            <p:spPr>
              <a:xfrm>
                <a:off x="6135950" y="823"/>
                <a:ext cx="6062400" cy="6857177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7" name="Links // Links"/>
              <p:cNvSpPr/>
              <p:nvPr userDrawn="1"/>
            </p:nvSpPr>
            <p:spPr>
              <a:xfrm>
                <a:off x="0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8" name="Links // Rechts"/>
              <p:cNvSpPr/>
              <p:nvPr userDrawn="1"/>
            </p:nvSpPr>
            <p:spPr>
              <a:xfrm>
                <a:off x="3067717" y="0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9" name="Rechts // Links"/>
              <p:cNvSpPr/>
              <p:nvPr userDrawn="1"/>
            </p:nvSpPr>
            <p:spPr>
              <a:xfrm>
                <a:off x="6135434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100" name="Rechts // Rechts"/>
              <p:cNvSpPr/>
              <p:nvPr userDrawn="1"/>
            </p:nvSpPr>
            <p:spPr>
              <a:xfrm>
                <a:off x="9203150" y="823"/>
                <a:ext cx="2995200" cy="6857177"/>
              </a:xfrm>
              <a:prstGeom prst="rect">
                <a:avLst/>
              </a:prstGeom>
              <a:solidFill>
                <a:schemeClr val="accent3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  <p:grpSp>
          <p:nvGrpSpPr>
            <p:cNvPr id="56" name="Vertikal" hidden="1"/>
            <p:cNvGrpSpPr/>
            <p:nvPr userDrawn="1"/>
          </p:nvGrpSpPr>
          <p:grpSpPr>
            <a:xfrm>
              <a:off x="-855" y="0"/>
              <a:ext cx="12199205" cy="6858000"/>
              <a:chOff x="-855" y="0"/>
              <a:chExt cx="12199205" cy="6858000"/>
            </a:xfrm>
          </p:grpSpPr>
          <p:sp>
            <p:nvSpPr>
              <p:cNvPr id="62" name="Oben"/>
              <p:cNvSpPr/>
              <p:nvPr userDrawn="1"/>
            </p:nvSpPr>
            <p:spPr>
              <a:xfrm>
                <a:off x="0" y="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4" name="Mitte"/>
              <p:cNvSpPr/>
              <p:nvPr userDrawn="1"/>
            </p:nvSpPr>
            <p:spPr>
              <a:xfrm>
                <a:off x="0" y="23094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6" name="Unten"/>
              <p:cNvSpPr/>
              <p:nvPr userDrawn="1"/>
            </p:nvSpPr>
            <p:spPr>
              <a:xfrm>
                <a:off x="0" y="4618800"/>
                <a:ext cx="12198350" cy="22392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7" name="Oben // Oben"/>
              <p:cNvSpPr/>
              <p:nvPr userDrawn="1"/>
            </p:nvSpPr>
            <p:spPr>
              <a:xfrm>
                <a:off x="0" y="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68" name="Oben // Unten"/>
              <p:cNvSpPr/>
              <p:nvPr userDrawn="1"/>
            </p:nvSpPr>
            <p:spPr>
              <a:xfrm>
                <a:off x="0" y="11556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3" name="Unten // Oben"/>
              <p:cNvSpPr/>
              <p:nvPr userDrawn="1"/>
            </p:nvSpPr>
            <p:spPr>
              <a:xfrm>
                <a:off x="-855" y="46188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  <p:sp>
            <p:nvSpPr>
              <p:cNvPr id="94" name="Unten // Unten"/>
              <p:cNvSpPr/>
              <p:nvPr userDrawn="1"/>
            </p:nvSpPr>
            <p:spPr>
              <a:xfrm>
                <a:off x="0" y="5774400"/>
                <a:ext cx="12198350" cy="1083600"/>
              </a:xfrm>
              <a:prstGeom prst="rect">
                <a:avLst/>
              </a:prstGeom>
              <a:solidFill>
                <a:schemeClr val="accent2"/>
              </a:solidFill>
              <a:ln w="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t" anchorCtr="0"/>
              <a:lstStyle/>
              <a:p>
                <a:pPr algn="l">
                  <a:lnSpc>
                    <a:spcPct val="108000"/>
                  </a:lnSpc>
                  <a:spcAft>
                    <a:spcPts val="1008"/>
                  </a:spcAft>
                </a:pPr>
                <a:endParaRPr lang="de-DE" sz="2000"/>
              </a:p>
            </p:txBody>
          </p:sp>
        </p:grpSp>
      </p:grpSp>
      <p:sp>
        <p:nvSpPr>
          <p:cNvPr id="120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-1"/>
            <a:ext cx="6062400" cy="6858001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1" name="Bildplatzhalt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0"/>
            <a:ext cx="2995201" cy="1083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2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951" y="5774400"/>
            <a:ext cx="2994942" cy="1083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3" name="Bildplatzhalter 8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951" y="2309400"/>
            <a:ext cx="2994942" cy="3393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4" name="Bildplatzhalter 8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951" y="0"/>
            <a:ext cx="2994684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5" name="Bildplatzhalter 8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203151" y="1155600"/>
            <a:ext cx="2995199" cy="33921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6" name="Bildplatzhalter 8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203151" y="4619700"/>
            <a:ext cx="2995199" cy="22383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2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29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7833032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"/>
            <a:ext cx="12193200" cy="68580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45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540000"/>
          </a:xfrm>
        </p:spPr>
        <p:txBody>
          <a:bodyPr/>
          <a:lstStyle>
            <a:lvl1pPr>
              <a:defRPr sz="3000"/>
            </a:lvl1pPr>
          </a:lstStyle>
          <a:p>
            <a:r>
              <a:rPr lang="de-DE" noProof="0"/>
              <a:t>Optionale Headline einzeilig in CorpoA (Überschriften) 30 pt. </a:t>
            </a:r>
          </a:p>
        </p:txBody>
      </p:sp>
      <p:sp>
        <p:nvSpPr>
          <p:cNvPr id="46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7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48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50531933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 bwMode="black">
          <a:xfrm>
            <a:off x="0" y="0"/>
            <a:ext cx="12196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 noProof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" y="0"/>
            <a:ext cx="1219352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395287" y="3848402"/>
            <a:ext cx="8928000" cy="1044000"/>
          </a:xfrm>
        </p:spPr>
        <p:txBody>
          <a:bodyPr/>
          <a:lstStyle>
            <a:lvl1pPr>
              <a:lnSpc>
                <a:spcPts val="3999"/>
              </a:lnSpc>
              <a:defRPr sz="3000"/>
            </a:lvl1pPr>
          </a:lstStyle>
          <a:p>
            <a:r>
              <a:rPr lang="de-DE" noProof="0"/>
              <a:t>Präsentationstitel 30 pt über eine Zeile.</a:t>
            </a:r>
            <a:br>
              <a:rPr lang="de-DE" noProof="0"/>
            </a:br>
            <a:r>
              <a:rPr lang="de-DE" noProof="0"/>
              <a:t>Zweite Zeile möglich.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96000" y="4932000"/>
            <a:ext cx="8928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 noProof="0"/>
              <a:t>Zusatztext zur Präsentation 15 pt </a:t>
            </a:r>
            <a:br>
              <a:rPr lang="de-DE" noProof="0"/>
            </a:br>
            <a:r>
              <a:rPr lang="de-DE" noProof="0"/>
              <a:t>Referent, Abteilung, Ort, Datum</a:t>
            </a:r>
          </a:p>
        </p:txBody>
      </p:sp>
      <p:sp>
        <p:nvSpPr>
          <p:cNvPr id="16" name="Bildplatzhalter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12193200" cy="3405600"/>
          </a:xfrm>
          <a:solidFill>
            <a:schemeClr val="accent6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br>
              <a:rPr lang="de-DE" noProof="0"/>
            </a:br>
            <a:r>
              <a:rPr lang="de-DE" noProof="0"/>
              <a:t>Bild einfügen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8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9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grpSp>
        <p:nvGrpSpPr>
          <p:cNvPr id="10" name="Gruppieren 9"/>
          <p:cNvGrpSpPr/>
          <p:nvPr userDrawn="1"/>
        </p:nvGrpSpPr>
        <p:grpSpPr>
          <a:xfrm>
            <a:off x="-2088000" y="-468001"/>
            <a:ext cx="13875807" cy="7805374"/>
            <a:chOff x="-2088000" y="-468001"/>
            <a:chExt cx="13875807" cy="7805374"/>
          </a:xfrm>
        </p:grpSpPr>
        <p:sp>
          <p:nvSpPr>
            <p:cNvPr id="11" name="Folie Wechsel/Zurücksetzen/Textebenen"/>
            <p:cNvSpPr txBox="1"/>
            <p:nvPr userDrawn="1"/>
          </p:nvSpPr>
          <p:spPr>
            <a:xfrm rot="10800000" flipH="1" flipV="1">
              <a:off x="-2088000" y="1547999"/>
              <a:ext cx="1980000" cy="19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Folie in Ursprungsform 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bringen über Menu: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Folien // Zurücksetzen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des Folienlayouts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im Menü über: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Folien // Layout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000" b="0" baseline="0" noProof="0">
                <a:solidFill>
                  <a:schemeClr val="accent5"/>
                </a:solidFill>
                <a:latin typeface="+mn-lt"/>
              </a:endParaRP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der Textebene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im Menü über: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Start // Absatz // Listenebene erhöhen/verringern</a:t>
              </a:r>
            </a:p>
          </p:txBody>
        </p:sp>
        <p:sp>
          <p:nvSpPr>
            <p:cNvPr id="13" name="Design wechsel"/>
            <p:cNvSpPr txBox="1"/>
            <p:nvPr userDrawn="1"/>
          </p:nvSpPr>
          <p:spPr>
            <a:xfrm rot="10800000" flipH="1" flipV="1">
              <a:off x="-2088000" y="403199"/>
              <a:ext cx="1980000" cy="90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Wechsel zwischen weißem und schwarzem Folienlayout über Menü: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Entwurf // Designs</a:t>
              </a:r>
            </a:p>
            <a:p>
              <a:pPr indent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(Rechtsklick: </a:t>
              </a:r>
              <a:r>
                <a:rPr lang="de-DE" sz="1000" b="0" i="1" baseline="0" noProof="0">
                  <a:solidFill>
                    <a:schemeClr val="accent5"/>
                  </a:solidFill>
                  <a:latin typeface="+mn-lt"/>
                </a:rPr>
                <a:t>Für alle Folien </a:t>
              </a: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oder </a:t>
              </a:r>
              <a:b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</a:br>
              <a:r>
                <a:rPr lang="de-DE" sz="1000" b="0" i="1" baseline="0" noProof="0">
                  <a:solidFill>
                    <a:schemeClr val="accent5"/>
                  </a:solidFill>
                  <a:latin typeface="+mn-lt"/>
                </a:rPr>
                <a:t>Für ausgewählte Folien </a:t>
              </a: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übernehmen)</a:t>
              </a:r>
            </a:p>
          </p:txBody>
        </p:sp>
        <p:pic>
          <p:nvPicPr>
            <p:cNvPr id="20" name="Listenebene erhöhen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5200" y="3563999"/>
              <a:ext cx="635538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Listenebene verringern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45200" y="4031999"/>
              <a:ext cx="635538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 // Listenebene erhöhen"/>
            <p:cNvSpPr txBox="1"/>
            <p:nvPr userDrawn="1"/>
          </p:nvSpPr>
          <p:spPr>
            <a:xfrm>
              <a:off x="-1548000" y="3563999"/>
              <a:ext cx="720000" cy="32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erhöhen</a:t>
              </a:r>
            </a:p>
          </p:txBody>
        </p:sp>
        <p:sp>
          <p:nvSpPr>
            <p:cNvPr id="23" name="Text // Listenebene verringern"/>
            <p:cNvSpPr txBox="1"/>
            <p:nvPr userDrawn="1"/>
          </p:nvSpPr>
          <p:spPr>
            <a:xfrm>
              <a:off x="-1548000" y="4031999"/>
              <a:ext cx="720000" cy="32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Listenebene</a:t>
              </a:r>
            </a:p>
            <a:p>
              <a:pPr marL="0" marR="0" lvl="0" indent="0" algn="r" defTabSz="91427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verringern</a:t>
              </a:r>
            </a:p>
          </p:txBody>
        </p:sp>
        <p:pic>
          <p:nvPicPr>
            <p:cNvPr id="24" name="Entwurfsvorlagen"/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332000" y="-432001"/>
              <a:ext cx="1224000" cy="746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Hilfslinien"/>
            <p:cNvSpPr txBox="1"/>
            <p:nvPr userDrawn="1"/>
          </p:nvSpPr>
          <p:spPr>
            <a:xfrm rot="10800000" flipH="1" flipV="1">
              <a:off x="432775" y="-468001"/>
              <a:ext cx="5090336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Hilfslinien anzeigen über Menu: Ansicht // Anzeigen // Haken bei Führungslinien setzen</a:t>
              </a:r>
            </a:p>
          </p:txBody>
        </p:sp>
        <p:sp>
          <p:nvSpPr>
            <p:cNvPr id="26" name="Hilfslinien"/>
            <p:cNvSpPr txBox="1"/>
            <p:nvPr userDrawn="1"/>
          </p:nvSpPr>
          <p:spPr>
            <a:xfrm rot="10800000" flipH="1" flipV="1">
              <a:off x="7107287" y="-468000"/>
              <a:ext cx="468052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000" b="0" i="0" u="none" strike="noStrike" kern="1200" cap="none" spc="0" normalizeH="0" baseline="0" noProof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Reservierte Bereiche für Stempel oder Icons</a:t>
              </a:r>
            </a:p>
          </p:txBody>
        </p:sp>
        <p:sp>
          <p:nvSpPr>
            <p:cNvPr id="27" name="Fußzeile"/>
            <p:cNvSpPr txBox="1"/>
            <p:nvPr userDrawn="1"/>
          </p:nvSpPr>
          <p:spPr>
            <a:xfrm rot="10800000" flipH="1" flipV="1">
              <a:off x="432775" y="6977373"/>
              <a:ext cx="10993626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4290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000" b="0" baseline="0" noProof="0">
                  <a:solidFill>
                    <a:schemeClr val="accent5"/>
                  </a:solidFill>
                  <a:latin typeface="+mn-lt"/>
                </a:rPr>
                <a:t>Fußzeile pro Folie oder für alle/mehrere anpassen über Menü: Einfügen // Text //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955453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 headline on two lines als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Headline for content page in CorpoA Regular 30 pt on two lines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Text slides are in CorpoS Regular, 20 pt.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5"/>
          </p:nvPr>
        </p:nvSpPr>
        <p:spPr>
          <a:xfrm>
            <a:off x="6552021" y="6533977"/>
            <a:ext cx="799956" cy="323841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de-DE">
              <a:solidFill>
                <a:prstClr val="black"/>
              </a:solidFill>
            </a:endParaRPr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6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>
            <a:lvl1pPr>
              <a:defRPr lang="en-GB" sz="1200" smtClean="0">
                <a:effectLst/>
              </a:defRPr>
            </a:lvl1pPr>
          </a:lstStyle>
          <a:p>
            <a:r>
              <a:rPr lang="en-US">
                <a:solidFill>
                  <a:prstClr val="black"/>
                </a:solidFill>
              </a:rPr>
              <a:t>Schedule CIVIC Gen20x.i3 | RD/MHC | V12.9 | Date: 25.06.2025</a:t>
            </a:r>
            <a:endParaRPr lang="de-DE">
              <a:solidFill>
                <a:prstClr val="black"/>
              </a:solidFill>
            </a:endParaRP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8BD4307-8E25-4063-B042-91C9BB9E4C20}" type="slidenum">
              <a:rPr lang="de-DE" smtClean="0">
                <a:solidFill>
                  <a:prstClr val="black"/>
                </a:solidFill>
              </a:rPr>
              <a:pPr/>
              <a:t>‹#›</a:t>
            </a:fld>
            <a:endParaRPr lang="de-DE">
              <a:solidFill>
                <a:prstClr val="black"/>
              </a:solidFill>
            </a:endParaRPr>
          </a:p>
        </p:txBody>
      </p:sp>
      <p:sp>
        <p:nvSpPr>
          <p:cNvPr id="5" name="Textplatzhalter 4"/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418273" y="161181"/>
            <a:ext cx="7416600" cy="228593"/>
          </a:xfrm>
        </p:spPr>
        <p:txBody>
          <a:bodyPr>
            <a:noAutofit/>
          </a:bodyPr>
          <a:lstStyle>
            <a:lvl1pPr marL="0" indent="0">
              <a:buFont typeface="Arial" pitchFamily="34" charset="0"/>
              <a:buNone/>
              <a:defRPr sz="1300"/>
            </a:lvl1pPr>
            <a:lvl2pPr marL="0" indent="0">
              <a:buNone/>
              <a:defRPr sz="1600"/>
            </a:lvl2pPr>
            <a:lvl3pPr marL="0" indent="0">
              <a:buNone/>
              <a:defRPr sz="1600"/>
            </a:lvl3pPr>
            <a:lvl4pPr marL="0" indent="0">
              <a:buNone/>
              <a:defRPr sz="1600"/>
            </a:lvl4pPr>
            <a:lvl5pPr marL="0" indent="0">
              <a:buNone/>
              <a:defRPr sz="1600"/>
            </a:lvl5pPr>
            <a:lvl6pPr marL="0" indent="0">
              <a:buNone/>
              <a:defRPr sz="1600"/>
            </a:lvl6pPr>
            <a:lvl7pPr marL="0" indent="0">
              <a:buNone/>
              <a:defRPr sz="1600"/>
            </a:lvl7pPr>
            <a:lvl8pPr marL="0" indent="0">
              <a:buNone/>
              <a:defRPr sz="1600"/>
            </a:lvl8pPr>
            <a:lvl9pPr marL="0" indent="0">
              <a:buNone/>
              <a:defRPr sz="16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2" hasCustomPrompt="1"/>
          </p:nvPr>
        </p:nvSpPr>
        <p:spPr>
          <a:xfrm>
            <a:off x="9785270" y="76198"/>
            <a:ext cx="1988461" cy="323841"/>
          </a:xfrm>
          <a:noFill/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itchFamily="34" charset="0"/>
              <a:buNone/>
              <a:defRPr sz="7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2pPr>
            <a:lvl3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3pPr>
            <a:lvl4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4pPr>
            <a:lvl5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5pPr>
            <a:lvl6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6pPr>
            <a:lvl7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7pPr>
            <a:lvl8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8pPr>
            <a:lvl9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 </a:t>
            </a:r>
          </a:p>
        </p:txBody>
      </p:sp>
      <p:sp>
        <p:nvSpPr>
          <p:cNvPr id="12" name="Textplatzhalter 5"/>
          <p:cNvSpPr>
            <a:spLocks noGrp="1"/>
          </p:cNvSpPr>
          <p:nvPr>
            <p:ph type="body" sz="quarter" idx="23" hasCustomPrompt="1"/>
          </p:nvPr>
        </p:nvSpPr>
        <p:spPr>
          <a:xfrm>
            <a:off x="7713863" y="76198"/>
            <a:ext cx="1988461" cy="323841"/>
          </a:xfrm>
          <a:noFill/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itchFamily="34" charset="0"/>
              <a:buNone/>
              <a:defRPr sz="7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2pPr>
            <a:lvl3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3pPr>
            <a:lvl4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4pPr>
            <a:lvl5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5pPr>
            <a:lvl6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6pPr>
            <a:lvl7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7pPr>
            <a:lvl8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8pPr>
            <a:lvl9pPr marL="190442" indent="0">
              <a:lnSpc>
                <a:spcPct val="100000"/>
              </a:lnSpc>
              <a:spcAft>
                <a:spcPts val="0"/>
              </a:spcAft>
              <a:buNone/>
              <a:defRPr sz="7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307133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Schedule CIVIC Gen20x.i3 | RD/MHC | V12.9 | Date: 25.06.2025</a:t>
            </a:r>
            <a:endParaRPr lang="de-DE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56236996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Schedule CIVIC Gen20x.i3 | RD/MHC | V12.9 | Date: 25.06.2025</a:t>
            </a:r>
            <a:endParaRPr lang="de-DE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</a:t>
            </a:r>
          </a:p>
        </p:txBody>
      </p:sp>
      <p:sp>
        <p:nvSpPr>
          <p:cNvPr id="2" name="TextBox 1"/>
          <p:cNvSpPr txBox="1"/>
          <p:nvPr userDrawn="1"/>
        </p:nvSpPr>
        <p:spPr bwMode="gray">
          <a:xfrm>
            <a:off x="10798182" y="80842"/>
            <a:ext cx="1256436" cy="3232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8000"/>
              </a:lnSpc>
              <a:spcAft>
                <a:spcPts val="1008"/>
              </a:spcAft>
            </a:pPr>
            <a:r>
              <a:rPr lang="de-DE" sz="1600">
                <a:solidFill>
                  <a:srgbClr val="C00000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89708883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406187" cy="1008360"/>
          </a:xfrm>
        </p:spPr>
        <p:txBody>
          <a:bodyPr/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Schedule CIVIC Gen20x.i3 | RD/MHC | V12.9 | Date: 25.06.2025</a:t>
            </a:r>
            <a:endParaRPr lang="de-DE"/>
          </a:p>
        </p:txBody>
      </p:sp>
      <p:sp>
        <p:nvSpPr>
          <p:cNvPr id="14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11800801" y="6552000"/>
            <a:ext cx="323999" cy="306000"/>
          </a:xfrm>
        </p:spPr>
        <p:txBody>
          <a:bodyPr/>
          <a:lstStyle/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6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 </a:t>
            </a:r>
          </a:p>
        </p:txBody>
      </p:sp>
      <p:sp>
        <p:nvSpPr>
          <p:cNvPr id="17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               </a:t>
            </a:r>
          </a:p>
        </p:txBody>
      </p:sp>
      <p:sp>
        <p:nvSpPr>
          <p:cNvPr id="2" name="TextBox 1"/>
          <p:cNvSpPr txBox="1"/>
          <p:nvPr userDrawn="1"/>
        </p:nvSpPr>
        <p:spPr bwMode="gray">
          <a:xfrm>
            <a:off x="9928800" y="13877"/>
            <a:ext cx="2761673" cy="3232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8000"/>
              </a:lnSpc>
              <a:spcAft>
                <a:spcPts val="1008"/>
              </a:spcAft>
            </a:pPr>
            <a:r>
              <a:rPr lang="de-DE" sz="1600">
                <a:solidFill>
                  <a:srgbClr val="C00000"/>
                </a:solidFill>
              </a:rPr>
              <a:t>- </a:t>
            </a:r>
            <a:r>
              <a:rPr lang="de-DE" sz="1600" baseline="0" err="1">
                <a:solidFill>
                  <a:srgbClr val="C00000"/>
                </a:solidFill>
              </a:rPr>
              <a:t>for</a:t>
            </a:r>
            <a:r>
              <a:rPr lang="de-DE" sz="1600" baseline="0">
                <a:solidFill>
                  <a:srgbClr val="C00000"/>
                </a:solidFill>
              </a:rPr>
              <a:t> internal </a:t>
            </a:r>
            <a:r>
              <a:rPr lang="de-DE" sz="1600" baseline="0" err="1">
                <a:solidFill>
                  <a:srgbClr val="C00000"/>
                </a:solidFill>
              </a:rPr>
              <a:t>use</a:t>
            </a:r>
            <a:r>
              <a:rPr lang="de-DE" sz="1600" baseline="0">
                <a:solidFill>
                  <a:srgbClr val="C00000"/>
                </a:solidFill>
              </a:rPr>
              <a:t> </a:t>
            </a:r>
            <a:r>
              <a:rPr lang="de-DE" sz="1600" baseline="0" err="1">
                <a:solidFill>
                  <a:srgbClr val="C00000"/>
                </a:solidFill>
              </a:rPr>
              <a:t>only</a:t>
            </a:r>
            <a:r>
              <a:rPr lang="de-DE" sz="1600" baseline="0">
                <a:solidFill>
                  <a:srgbClr val="C00000"/>
                </a:solidFill>
              </a:rPr>
              <a:t> - </a:t>
            </a:r>
            <a:endParaRPr lang="de-DE" sz="16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56098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tandard no cla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0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1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6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121932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5" name="Additional text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5286" y="5070362"/>
            <a:ext cx="9396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4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395286" y="3848402"/>
            <a:ext cx="9396000" cy="1044000"/>
          </a:xfrm>
        </p:spPr>
        <p:txBody>
          <a:bodyPr/>
          <a:lstStyle>
            <a:lvl1pPr>
              <a:lnSpc>
                <a:spcPct val="100000"/>
              </a:lnSpc>
              <a:defRPr sz="3600" baseline="0"/>
            </a:lvl1pPr>
          </a:lstStyle>
          <a:p>
            <a:r>
              <a:rPr lang="en-US" noProof="0"/>
              <a:t>Presentation title in 36 pt on one line.</a:t>
            </a:r>
            <a:br>
              <a:rPr lang="en-US" noProof="0"/>
            </a:br>
            <a:r>
              <a:rPr lang="en-US" noProof="0"/>
              <a:t>Second line possible.</a:t>
            </a:r>
          </a:p>
        </p:txBody>
      </p:sp>
    </p:spTree>
    <p:extLst>
      <p:ext uri="{BB962C8B-B14F-4D97-AF65-F5344CB8AC3E}">
        <p14:creationId xmlns:p14="http://schemas.microsoft.com/office/powerpoint/2010/main" val="30975187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// Splitt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79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1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2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5" name="Left 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248" y="313201"/>
            <a:ext cx="512389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7" name="Right image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5199146" y="313200"/>
            <a:ext cx="70009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5" name="Additional text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5286" y="5070362"/>
            <a:ext cx="9396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4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396000" y="3848402"/>
            <a:ext cx="9396000" cy="1044000"/>
          </a:xfrm>
        </p:spPr>
        <p:txBody>
          <a:bodyPr/>
          <a:lstStyle>
            <a:lvl1pPr>
              <a:lnSpc>
                <a:spcPct val="100000"/>
              </a:lnSpc>
              <a:defRPr sz="3600" baseline="0"/>
            </a:lvl1pPr>
          </a:lstStyle>
          <a:p>
            <a:r>
              <a:rPr lang="en-US" noProof="0"/>
              <a:t>Presentation title in 36 pt on one line.</a:t>
            </a:r>
            <a:br>
              <a:rPr lang="en-US" noProof="0"/>
            </a:br>
            <a:r>
              <a:rPr lang="en-US" noProof="0"/>
              <a:t>Second line possible.</a:t>
            </a:r>
          </a:p>
        </p:txBody>
      </p:sp>
    </p:spTree>
    <p:extLst>
      <p:ext uri="{BB962C8B-B14F-4D97-AF65-F5344CB8AC3E}">
        <p14:creationId xmlns:p14="http://schemas.microsoft.com/office/powerpoint/2010/main" val="36067694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//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2" name="Right image"/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178000" y="313201"/>
            <a:ext cx="40140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1" name="Center image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090756" y="313201"/>
            <a:ext cx="40140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" name="Left 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40140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5" name="Additional text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5286" y="5070362"/>
            <a:ext cx="9396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4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395286" y="3848402"/>
            <a:ext cx="9396000" cy="1044000"/>
          </a:xfrm>
        </p:spPr>
        <p:txBody>
          <a:bodyPr/>
          <a:lstStyle>
            <a:lvl1pPr>
              <a:lnSpc>
                <a:spcPct val="100000"/>
              </a:lnSpc>
              <a:defRPr sz="3600" baseline="0"/>
            </a:lvl1pPr>
          </a:lstStyle>
          <a:p>
            <a:r>
              <a:rPr lang="en-US" noProof="0"/>
              <a:t>Presentation title in 36 pt on one line.</a:t>
            </a:r>
            <a:br>
              <a:rPr lang="en-US" noProof="0"/>
            </a:br>
            <a:r>
              <a:rPr lang="en-US" noProof="0"/>
              <a:t>Second line possible.</a:t>
            </a:r>
          </a:p>
        </p:txBody>
      </p:sp>
    </p:spTree>
    <p:extLst>
      <p:ext uri="{BB962C8B-B14F-4D97-AF65-F5344CB8AC3E}">
        <p14:creationId xmlns:p14="http://schemas.microsoft.com/office/powerpoint/2010/main" val="2352835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// Centr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6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133600" y="0"/>
            <a:ext cx="7622653" cy="685800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endParaRPr lang="en-US" noProof="0"/>
          </a:p>
          <a:p>
            <a:endParaRPr lang="en-US" noProof="0"/>
          </a:p>
          <a:p>
            <a:br>
              <a:rPr lang="en-US" noProof="0"/>
            </a:br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5" name="Additional text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6000" y="1671105"/>
            <a:ext cx="5752126" cy="63699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4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396000" y="441324"/>
            <a:ext cx="5752126" cy="114232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Presentation title in 36 pt on two lines.</a:t>
            </a:r>
          </a:p>
        </p:txBody>
      </p:sp>
    </p:spTree>
    <p:extLst>
      <p:ext uri="{BB962C8B-B14F-4D97-AF65-F5344CB8AC3E}">
        <p14:creationId xmlns:p14="http://schemas.microsoft.com/office/powerpoint/2010/main" val="2096721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// Multi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4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5" name="Image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4800490" cy="3524588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39" name="Image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128882" y="3587286"/>
            <a:ext cx="6722856" cy="3269573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1" name="Image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858692" y="1286288"/>
            <a:ext cx="2995717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5" name="Additional text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074799" y="2382180"/>
            <a:ext cx="3713976" cy="67468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600"/>
            </a:lvl1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5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8075613" y="1138422"/>
            <a:ext cx="3713162" cy="122256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Presentation title in 36 pt on two lines.</a:t>
            </a:r>
          </a:p>
        </p:txBody>
      </p:sp>
    </p:spTree>
    <p:extLst>
      <p:ext uri="{BB962C8B-B14F-4D97-AF65-F5344CB8AC3E}">
        <p14:creationId xmlns:p14="http://schemas.microsoft.com/office/powerpoint/2010/main" val="3598035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pos="5082">
          <p15:clr>
            <a:srgbClr val="A4A3A4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//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0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-1"/>
            <a:ext cx="7463399" cy="6858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9" name="Additional text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074799" y="2382180"/>
            <a:ext cx="3713976" cy="67468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600"/>
            </a:lvl1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0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8075613" y="1138422"/>
            <a:ext cx="3713162" cy="122256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Presentation title in 36 pt on two lines.</a:t>
            </a:r>
          </a:p>
        </p:txBody>
      </p:sp>
    </p:spTree>
    <p:extLst>
      <p:ext uri="{BB962C8B-B14F-4D97-AF65-F5344CB8AC3E}">
        <p14:creationId xmlns:p14="http://schemas.microsoft.com/office/powerpoint/2010/main" val="314079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087">
          <p15:clr>
            <a:srgbClr val="A4A3A4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// Video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3" name="Video"/>
          <p:cNvSpPr>
            <a:spLocks noGrp="1"/>
          </p:cNvSpPr>
          <p:nvPr>
            <p:ph type="media" sz="quarter" idx="21"/>
          </p:nvPr>
        </p:nvSpPr>
        <p:spPr>
          <a:xfrm>
            <a:off x="400050" y="0"/>
            <a:ext cx="7462800" cy="6858000"/>
          </a:xfrm>
          <a:solidFill>
            <a:schemeClr val="bg1">
              <a:lumMod val="85000"/>
              <a:lumOff val="1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video</a:t>
            </a:r>
          </a:p>
        </p:txBody>
      </p:sp>
      <p:sp>
        <p:nvSpPr>
          <p:cNvPr id="9" name="Additional text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074799" y="2382180"/>
            <a:ext cx="3713976" cy="67468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600"/>
            </a:lvl1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0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8075613" y="1138422"/>
            <a:ext cx="3713162" cy="122256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Presentation title in 36 pt on two lines.</a:t>
            </a:r>
          </a:p>
        </p:txBody>
      </p:sp>
    </p:spTree>
    <p:extLst>
      <p:ext uri="{BB962C8B-B14F-4D97-AF65-F5344CB8AC3E}">
        <p14:creationId xmlns:p14="http://schemas.microsoft.com/office/powerpoint/2010/main" val="2355838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087">
          <p15:clr>
            <a:srgbClr val="A4A3A4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5" name="Content"/>
          <p:cNvSpPr>
            <a:spLocks noGrp="1"/>
          </p:cNvSpPr>
          <p:nvPr>
            <p:ph sz="quarter" idx="14" hasCustomPrompt="1"/>
          </p:nvPr>
        </p:nvSpPr>
        <p:spPr>
          <a:xfrm>
            <a:off x="395287" y="1511301"/>
            <a:ext cx="113976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11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89888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Standar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0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31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3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9" name="Description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6030980"/>
            <a:ext cx="113976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Description in Corpo S Text Light 16 pt.</a:t>
            </a:r>
          </a:p>
        </p:txBody>
      </p:sp>
      <p:sp>
        <p:nvSpPr>
          <p:cNvPr id="15" name="Content"/>
          <p:cNvSpPr>
            <a:spLocks noGrp="1"/>
          </p:cNvSpPr>
          <p:nvPr>
            <p:ph sz="quarter" idx="14" hasCustomPrompt="1"/>
          </p:nvPr>
        </p:nvSpPr>
        <p:spPr>
          <a:xfrm>
            <a:off x="395287" y="1511301"/>
            <a:ext cx="11397600" cy="44068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4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12360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7" name="Content right"/>
          <p:cNvSpPr>
            <a:spLocks noGrp="1"/>
          </p:cNvSpPr>
          <p:nvPr>
            <p:ph sz="quarter" idx="20" hasCustomPrompt="1"/>
          </p:nvPr>
        </p:nvSpPr>
        <p:spPr>
          <a:xfrm>
            <a:off x="6211276" y="1511301"/>
            <a:ext cx="55800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5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95287" y="1511301"/>
            <a:ext cx="55800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09571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4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5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7" name="Content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1511300"/>
            <a:ext cx="11397600" cy="4140000"/>
          </a:xfrm>
        </p:spPr>
        <p:txBody>
          <a:bodyPr numCol="2" spcCol="244765"/>
          <a:lstStyle>
            <a:lvl1pPr marL="431939" indent="-431939">
              <a:buFont typeface="+mj-lt"/>
              <a:buAutoNum type="arabicPeriod"/>
              <a:defRPr baseline="0"/>
            </a:lvl1pPr>
            <a:lvl2pPr marL="863878" indent="-431939">
              <a:buFont typeface="+mj-lt"/>
              <a:buAutoNum type="alphaLcPeriod"/>
              <a:defRPr/>
            </a:lvl2pPr>
            <a:lvl3pPr marL="863878" indent="-431939">
              <a:buFont typeface="+mj-lt"/>
              <a:buAutoNum type="alphaLcPeriod"/>
              <a:defRPr sz="2000"/>
            </a:lvl3pPr>
            <a:lvl4pPr marL="863878" indent="-431939">
              <a:buFont typeface="+mj-lt"/>
              <a:buAutoNum type="alphaLcPeriod"/>
              <a:defRPr sz="2000"/>
            </a:lvl4pPr>
            <a:lvl5pPr marL="863878" indent="-431939">
              <a:buFont typeface="+mj-lt"/>
              <a:buAutoNum type="alphaLcPeriod"/>
              <a:defRPr sz="2000"/>
            </a:lvl5pPr>
            <a:lvl6pPr marL="863878" indent="-431939">
              <a:buFont typeface="+mj-lt"/>
              <a:buAutoNum type="alphaLcPeriod"/>
              <a:defRPr sz="2000"/>
            </a:lvl6pPr>
            <a:lvl7pPr marL="863878" indent="-431939">
              <a:buFont typeface="+mj-lt"/>
              <a:buAutoNum type="alphaLcPeriod"/>
              <a:defRPr sz="2000"/>
            </a:lvl7pPr>
            <a:lvl8pPr marL="863878" indent="-431939">
              <a:buFont typeface="+mj-lt"/>
              <a:buAutoNum type="alphaLcPeriod"/>
              <a:defRPr sz="2000"/>
            </a:lvl8pPr>
            <a:lvl9pPr marL="863878" indent="-431939">
              <a:buFont typeface="+mj-lt"/>
              <a:buAutoNum type="alphaLcPeriod"/>
              <a:defRPr sz="2000"/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2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6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7963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2">
          <p15:clr>
            <a:srgbClr val="A4A3A4"/>
          </p15:clr>
        </p15:guide>
        <p15:guide id="4" orient="horz" pos="951">
          <p15:clr>
            <a:srgbClr val="A4A3A4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Headline on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4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5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8" name="Content"/>
          <p:cNvSpPr>
            <a:spLocks noGrp="1"/>
          </p:cNvSpPr>
          <p:nvPr>
            <p:ph sz="quarter" idx="14" hasCustomPrompt="1"/>
          </p:nvPr>
        </p:nvSpPr>
        <p:spPr>
          <a:xfrm>
            <a:off x="395287" y="1511301"/>
            <a:ext cx="113976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5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6660" cy="100836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 noProof="0"/>
              <a:t>Headline on one line in Corpo A Title Cond. in 48 pt.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17274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7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8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9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0" name="Table caption"/>
          <p:cNvSpPr>
            <a:spLocks noGrp="1"/>
          </p:cNvSpPr>
          <p:nvPr>
            <p:ph type="body" sz="quarter" idx="22" hasCustomPrompt="1"/>
          </p:nvPr>
        </p:nvSpPr>
        <p:spPr>
          <a:xfrm>
            <a:off x="396000" y="5327650"/>
            <a:ext cx="11397600" cy="1098551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 baseline="0"/>
            </a:lvl1pPr>
            <a:lvl2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600"/>
            </a:lvl2pPr>
            <a:lvl3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600"/>
            </a:lvl3pPr>
            <a:lvl4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500"/>
            </a:lvl4pPr>
            <a:lvl5pPr marL="0" indent="0">
              <a:spcAft>
                <a:spcPts val="0"/>
              </a:spcAft>
              <a:buNone/>
              <a:defRPr sz="1500"/>
            </a:lvl5pPr>
            <a:lvl6pPr marL="0" indent="0">
              <a:spcAft>
                <a:spcPts val="0"/>
              </a:spcAft>
              <a:buNone/>
              <a:defRPr sz="1500"/>
            </a:lvl6pPr>
            <a:lvl7pPr marL="0" indent="0">
              <a:spcAft>
                <a:spcPts val="0"/>
              </a:spcAft>
              <a:buNone/>
              <a:defRPr sz="1500"/>
            </a:lvl7pPr>
            <a:lvl8pPr marL="0" indent="0">
              <a:spcAft>
                <a:spcPts val="0"/>
              </a:spcAft>
              <a:buNone/>
              <a:defRPr sz="1500"/>
            </a:lvl8pPr>
            <a:lvl9pPr marL="0" indent="0"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Table placeholder"/>
          <p:cNvSpPr>
            <a:spLocks noGrp="1"/>
          </p:cNvSpPr>
          <p:nvPr>
            <p:ph type="tbl" sz="quarter" idx="20" hasCustomPrompt="1"/>
          </p:nvPr>
        </p:nvSpPr>
        <p:spPr bwMode="ltGray">
          <a:xfrm>
            <a:off x="396000" y="2484000"/>
            <a:ext cx="11397600" cy="2700000"/>
          </a:xfrm>
          <a:solidFill>
            <a:schemeClr val="bg1">
              <a:lumMod val="85000"/>
              <a:lumOff val="15000"/>
            </a:schemeClr>
          </a:solidFill>
        </p:spPr>
        <p:txBody>
          <a:bodyPr/>
          <a:lstStyle>
            <a:lvl1pPr algn="ctr"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table</a:t>
            </a:r>
          </a:p>
        </p:txBody>
      </p:sp>
      <p:sp>
        <p:nvSpPr>
          <p:cNvPr id="19" name="Table header"/>
          <p:cNvSpPr>
            <a:spLocks noGrp="1"/>
          </p:cNvSpPr>
          <p:nvPr>
            <p:ph type="body" sz="quarter" idx="21" hasCustomPrompt="1"/>
          </p:nvPr>
        </p:nvSpPr>
        <p:spPr>
          <a:xfrm>
            <a:off x="396000" y="1957137"/>
            <a:ext cx="11397600" cy="274864"/>
          </a:xfrm>
        </p:spPr>
        <p:txBody>
          <a:bodyPr/>
          <a:lstStyle>
            <a:lvl1pPr>
              <a:spcAft>
                <a:spcPts val="0"/>
              </a:spcAft>
              <a:defRPr b="1" baseline="0">
                <a:latin typeface="MB Corpo S Text Office" panose="020B0504050000000004" pitchFamily="34" charset="0"/>
              </a:defRPr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Aft>
                <a:spcPts val="0"/>
              </a:spcAft>
              <a:buNone/>
              <a:defRPr sz="2000" b="1"/>
            </a:lvl3pPr>
            <a:lvl4pPr marL="0" indent="0">
              <a:spcAft>
                <a:spcPts val="0"/>
              </a:spcAft>
              <a:buNone/>
              <a:defRPr sz="2000" b="1"/>
            </a:lvl4pPr>
            <a:lvl5pPr marL="0" indent="0">
              <a:spcAft>
                <a:spcPts val="0"/>
              </a:spcAft>
              <a:buNone/>
              <a:defRPr sz="2000" b="1"/>
            </a:lvl5pPr>
            <a:lvl6pPr marL="0" indent="0">
              <a:spcAft>
                <a:spcPts val="0"/>
              </a:spcAft>
              <a:buNone/>
              <a:defRPr sz="2000" b="1"/>
            </a:lvl6pPr>
            <a:lvl7pPr marL="0" indent="0">
              <a:spcAft>
                <a:spcPts val="0"/>
              </a:spcAft>
              <a:buNone/>
              <a:defRPr sz="2000" b="1"/>
            </a:lvl7pPr>
            <a:lvl8pPr marL="0" indent="0">
              <a:spcAft>
                <a:spcPts val="0"/>
              </a:spcAft>
              <a:buNone/>
              <a:defRPr sz="2000" b="1"/>
            </a:lvl8pPr>
            <a:lvl9pPr marL="0" indent="0">
              <a:spcAft>
                <a:spcPts val="0"/>
              </a:spcAft>
              <a:buNone/>
              <a:defRPr sz="2000" b="1"/>
            </a:lvl9pPr>
          </a:lstStyle>
          <a:p>
            <a:pPr lvl="0"/>
            <a:r>
              <a:rPr lang="en-US" noProof="0"/>
              <a:t>Insert table heading in Corpo S Text Bold in 20 pt. 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0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58009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5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6" name="Content"/>
          <p:cNvSpPr>
            <a:spLocks noGrp="1"/>
          </p:cNvSpPr>
          <p:nvPr>
            <p:ph sz="quarter" idx="20" hasCustomPrompt="1"/>
          </p:nvPr>
        </p:nvSpPr>
        <p:spPr>
          <a:xfrm>
            <a:off x="1485900" y="2249431"/>
            <a:ext cx="8505825" cy="3884669"/>
          </a:xfrm>
        </p:spPr>
        <p:txBody>
          <a:bodyPr/>
          <a:lstStyle/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3" name="Slide title"/>
          <p:cNvSpPr>
            <a:spLocks noGrp="1"/>
          </p:cNvSpPr>
          <p:nvPr>
            <p:ph type="title" hasCustomPrompt="1"/>
          </p:nvPr>
        </p:nvSpPr>
        <p:spPr>
          <a:xfrm>
            <a:off x="1486385" y="1070548"/>
            <a:ext cx="850534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Cond.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518923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cent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5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6" name="Content"/>
          <p:cNvSpPr>
            <a:spLocks noGrp="1"/>
          </p:cNvSpPr>
          <p:nvPr>
            <p:ph sz="quarter" idx="20" hasCustomPrompt="1"/>
          </p:nvPr>
        </p:nvSpPr>
        <p:spPr>
          <a:xfrm>
            <a:off x="1879554" y="1690388"/>
            <a:ext cx="8432892" cy="4709212"/>
          </a:xfrm>
        </p:spPr>
        <p:txBody>
          <a:bodyPr/>
          <a:lstStyle/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3" name="Slide title"/>
          <p:cNvSpPr>
            <a:spLocks noGrp="1"/>
          </p:cNvSpPr>
          <p:nvPr>
            <p:ph type="title" hasCustomPrompt="1"/>
          </p:nvPr>
        </p:nvSpPr>
        <p:spPr>
          <a:xfrm>
            <a:off x="1879554" y="465439"/>
            <a:ext cx="8432892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Cond.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31259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standard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4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5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5" name="Content"/>
          <p:cNvSpPr>
            <a:spLocks noGrp="1"/>
          </p:cNvSpPr>
          <p:nvPr>
            <p:ph sz="quarter" idx="14" hasCustomPrompt="1"/>
          </p:nvPr>
        </p:nvSpPr>
        <p:spPr bwMode="ltGray">
          <a:xfrm>
            <a:off x="395288" y="1511301"/>
            <a:ext cx="11399837" cy="4914900"/>
          </a:xfrm>
          <a:solidFill>
            <a:schemeClr val="bg1"/>
          </a:solidFill>
        </p:spPr>
        <p:txBody>
          <a:bodyPr lIns="72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44655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4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5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3" name="Content"/>
          <p:cNvSpPr>
            <a:spLocks noGrp="1"/>
          </p:cNvSpPr>
          <p:nvPr>
            <p:ph sz="quarter" idx="14" hasCustomPrompt="1"/>
          </p:nvPr>
        </p:nvSpPr>
        <p:spPr>
          <a:xfrm>
            <a:off x="1427737" y="3127155"/>
            <a:ext cx="4643717" cy="2016345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Slide title"/>
          <p:cNvSpPr>
            <a:spLocks noGrp="1"/>
          </p:cNvSpPr>
          <p:nvPr>
            <p:ph type="title" hasCustomPrompt="1"/>
          </p:nvPr>
        </p:nvSpPr>
        <p:spPr>
          <a:xfrm>
            <a:off x="1427737" y="1509713"/>
            <a:ext cx="4643717" cy="100836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 noProof="0"/>
              <a:t>Agenda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52988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// Text on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4" name="Image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rgbClr val="9F0002"/>
          </a:solidFill>
        </p:spPr>
        <p:txBody>
          <a:bodyPr/>
          <a:lstStyle>
            <a:lvl1pPr algn="ctr">
              <a:defRPr baseline="0"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Insert optional background image</a:t>
            </a:r>
          </a:p>
        </p:txBody>
      </p:sp>
      <p:sp>
        <p:nvSpPr>
          <p:cNvPr id="12" name="Content"/>
          <p:cNvSpPr>
            <a:spLocks noGrp="1"/>
          </p:cNvSpPr>
          <p:nvPr>
            <p:ph type="body" sz="quarter" idx="12" hasCustomPrompt="1"/>
          </p:nvPr>
        </p:nvSpPr>
        <p:spPr>
          <a:xfrm>
            <a:off x="398463" y="4643438"/>
            <a:ext cx="5802312" cy="1095375"/>
          </a:xfrm>
        </p:spPr>
        <p:txBody>
          <a:bodyPr/>
          <a:lstStyle>
            <a:lvl1pPr>
              <a:defRPr sz="1600">
                <a:solidFill>
                  <a:srgbClr val="FFFFFF"/>
                </a:solidFill>
              </a:defRPr>
            </a:lvl1pPr>
            <a:lvl2pPr>
              <a:defRPr sz="1600">
                <a:solidFill>
                  <a:srgbClr val="FFFFFF"/>
                </a:solidFill>
              </a:defRPr>
            </a:lvl2pPr>
            <a:lvl3pPr>
              <a:defRPr sz="1600">
                <a:solidFill>
                  <a:srgbClr val="FFFFFF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Slide title"/>
          <p:cNvSpPr>
            <a:spLocks noGrp="1"/>
          </p:cNvSpPr>
          <p:nvPr>
            <p:ph type="title" hasCustomPrompt="1"/>
          </p:nvPr>
        </p:nvSpPr>
        <p:spPr>
          <a:xfrm>
            <a:off x="398464" y="3447420"/>
            <a:ext cx="5803088" cy="1008360"/>
          </a:xfrm>
        </p:spPr>
        <p:txBody>
          <a:bodyPr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Headline on two lines in Corpo A Title Condensed 36 pt.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9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// Black box on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4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2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"/>
            <a:ext cx="12193200" cy="6858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" name="Black box"/>
          <p:cNvSpPr/>
          <p:nvPr userDrawn="1"/>
        </p:nvSpPr>
        <p:spPr bwMode="ltGray">
          <a:xfrm rot="10800000">
            <a:off x="396000" y="360000"/>
            <a:ext cx="3873737" cy="3142158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16" name="Content"/>
          <p:cNvSpPr>
            <a:spLocks noGrp="1"/>
          </p:cNvSpPr>
          <p:nvPr>
            <p:ph type="body" sz="quarter" idx="20" hasCustomPrompt="1"/>
          </p:nvPr>
        </p:nvSpPr>
        <p:spPr>
          <a:xfrm>
            <a:off x="862746" y="2271842"/>
            <a:ext cx="2889389" cy="899983"/>
          </a:xfrm>
        </p:spPr>
        <p:txBody>
          <a:bodyPr/>
          <a:lstStyle>
            <a:lvl1pPr>
              <a:defRPr sz="1600">
                <a:solidFill>
                  <a:srgbClr val="FFFFFF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</a:t>
            </a:r>
          </a:p>
        </p:txBody>
      </p:sp>
      <p:sp>
        <p:nvSpPr>
          <p:cNvPr id="14" name="Slide title"/>
          <p:cNvSpPr>
            <a:spLocks noGrp="1"/>
          </p:cNvSpPr>
          <p:nvPr>
            <p:ph type="title" hasCustomPrompt="1"/>
          </p:nvPr>
        </p:nvSpPr>
        <p:spPr bwMode="ltGray">
          <a:xfrm>
            <a:off x="862746" y="790574"/>
            <a:ext cx="2889389" cy="1006364"/>
          </a:xfrm>
        </p:spPr>
        <p:txBody>
          <a:bodyPr/>
          <a:lstStyle>
            <a:lvl1pPr>
              <a:defRPr sz="3600" baseline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Headline</a:t>
            </a:r>
            <a:br>
              <a:rPr lang="en-US" noProof="0"/>
            </a:br>
            <a:r>
              <a:rPr lang="en-US" noProof="0"/>
              <a:t>two lines in 36pt. </a:t>
            </a:r>
          </a:p>
        </p:txBody>
      </p:sp>
    </p:spTree>
    <p:extLst>
      <p:ext uri="{BB962C8B-B14F-4D97-AF65-F5344CB8AC3E}">
        <p14:creationId xmlns:p14="http://schemas.microsoft.com/office/powerpoint/2010/main" val="352082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8">
          <p15:clr>
            <a:srgbClr val="A4A3A4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// Text on backgro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8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9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3" name="Video" title="Videoplatzhalter"/>
          <p:cNvSpPr>
            <a:spLocks noGrp="1"/>
          </p:cNvSpPr>
          <p:nvPr>
            <p:ph type="media" sz="quarter" idx="21"/>
          </p:nvPr>
        </p:nvSpPr>
        <p:spPr>
          <a:xfrm>
            <a:off x="0" y="0"/>
            <a:ext cx="12192000" cy="6858000"/>
          </a:xfrm>
          <a:solidFill>
            <a:srgbClr val="C8C8C8"/>
          </a:solidFill>
        </p:spPr>
        <p:txBody>
          <a:bodyPr/>
          <a:lstStyle>
            <a:lvl1pPr algn="ctr">
              <a:defRPr baseline="0"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video</a:t>
            </a:r>
          </a:p>
        </p:txBody>
      </p:sp>
      <p:sp>
        <p:nvSpPr>
          <p:cNvPr id="10" name="Black box"/>
          <p:cNvSpPr/>
          <p:nvPr userDrawn="1"/>
        </p:nvSpPr>
        <p:spPr>
          <a:xfrm rot="10800000">
            <a:off x="393700" y="366713"/>
            <a:ext cx="3873737" cy="3142158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16" name="Content"/>
          <p:cNvSpPr>
            <a:spLocks noGrp="1"/>
          </p:cNvSpPr>
          <p:nvPr>
            <p:ph type="body" sz="quarter" idx="20" hasCustomPrompt="1"/>
          </p:nvPr>
        </p:nvSpPr>
        <p:spPr bwMode="ltGray">
          <a:xfrm>
            <a:off x="862746" y="2271842"/>
            <a:ext cx="2889389" cy="899983"/>
          </a:xfrm>
        </p:spPr>
        <p:txBody>
          <a:bodyPr/>
          <a:lstStyle>
            <a:lvl1pPr>
              <a:defRPr sz="1600">
                <a:solidFill>
                  <a:srgbClr val="FFFFFF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</a:t>
            </a:r>
          </a:p>
        </p:txBody>
      </p:sp>
      <p:sp>
        <p:nvSpPr>
          <p:cNvPr id="14" name="Slide title"/>
          <p:cNvSpPr>
            <a:spLocks noGrp="1"/>
          </p:cNvSpPr>
          <p:nvPr>
            <p:ph type="title" hasCustomPrompt="1"/>
          </p:nvPr>
        </p:nvSpPr>
        <p:spPr bwMode="ltGray">
          <a:xfrm>
            <a:off x="862746" y="790574"/>
            <a:ext cx="2889389" cy="1006364"/>
          </a:xfrm>
        </p:spPr>
        <p:txBody>
          <a:bodyPr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Headline</a:t>
            </a:r>
            <a:br>
              <a:rPr lang="en-US" noProof="0"/>
            </a:br>
            <a:r>
              <a:rPr lang="en-US" noProof="0"/>
              <a:t>two lines in 36pt. </a:t>
            </a:r>
          </a:p>
        </p:txBody>
      </p:sp>
    </p:spTree>
    <p:extLst>
      <p:ext uri="{BB962C8B-B14F-4D97-AF65-F5344CB8AC3E}">
        <p14:creationId xmlns:p14="http://schemas.microsoft.com/office/powerpoint/2010/main" val="304316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8">
          <p15:clr>
            <a:srgbClr val="A4A3A4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19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4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4" name="Image"/>
          <p:cNvSpPr>
            <a:spLocks noGrp="1"/>
          </p:cNvSpPr>
          <p:nvPr>
            <p:ph type="pic" sz="quarter" idx="10"/>
          </p:nvPr>
        </p:nvSpPr>
        <p:spPr bwMode="gray">
          <a:xfrm>
            <a:off x="5486400" y="1835150"/>
            <a:ext cx="5676900" cy="3584575"/>
          </a:xfrm>
          <a:prstGeom prst="rect">
            <a:avLst/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r>
              <a:rPr lang="en-US" noProof="1"/>
              <a:t>Insert image</a:t>
            </a:r>
          </a:p>
          <a:p>
            <a:endParaRPr lang="en-US" noProof="1"/>
          </a:p>
          <a:p>
            <a:endParaRPr lang="en-US" noProof="1"/>
          </a:p>
        </p:txBody>
      </p:sp>
      <p:pic>
        <p:nvPicPr>
          <p:cNvPr id="16" name="Notebook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87" y="1654728"/>
            <a:ext cx="6070526" cy="4204401"/>
          </a:xfrm>
          <a:prstGeom prst="rect">
            <a:avLst/>
          </a:prstGeom>
        </p:spPr>
      </p:pic>
      <p:sp>
        <p:nvSpPr>
          <p:cNvPr id="11" name="Content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3143250"/>
            <a:ext cx="3918825" cy="2781300"/>
          </a:xfrm>
        </p:spPr>
        <p:txBody>
          <a:bodyPr/>
          <a:lstStyle>
            <a:lvl1pPr>
              <a:defRPr b="0" baseline="0">
                <a:latin typeface="+mn-lt"/>
              </a:defRPr>
            </a:lvl1pPr>
          </a:lstStyle>
          <a:p>
            <a:pPr lvl="0"/>
            <a:r>
              <a:rPr lang="en-US"/>
              <a:t>Insert text </a:t>
            </a:r>
            <a:r>
              <a:rPr lang="en-US" noProof="0"/>
              <a:t>Corpo S Text Light 20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6001" y="1507329"/>
            <a:ext cx="3918824" cy="156193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48pt.</a:t>
            </a:r>
          </a:p>
        </p:txBody>
      </p:sp>
      <p:sp>
        <p:nvSpPr>
          <p:cNvPr id="25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72339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Notebo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9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30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1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1" name="Image"/>
          <p:cNvSpPr>
            <a:spLocks noGrp="1"/>
          </p:cNvSpPr>
          <p:nvPr>
            <p:ph type="pic" sz="quarter" idx="20"/>
          </p:nvPr>
        </p:nvSpPr>
        <p:spPr bwMode="gray">
          <a:xfrm>
            <a:off x="7217225" y="1524000"/>
            <a:ext cx="4086683" cy="2603499"/>
          </a:xfrm>
          <a:prstGeom prst="rect">
            <a:avLst/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23" name="Content"/>
          <p:cNvSpPr>
            <a:spLocks noGrp="1"/>
          </p:cNvSpPr>
          <p:nvPr>
            <p:ph type="body" sz="quarter" idx="22" hasCustomPrompt="1"/>
          </p:nvPr>
        </p:nvSpPr>
        <p:spPr>
          <a:xfrm>
            <a:off x="7483360" y="4867275"/>
            <a:ext cx="3554412" cy="114776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 baseline="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16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26" name="Notebook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50" y="1365710"/>
            <a:ext cx="4376605" cy="3031204"/>
          </a:xfrm>
          <a:prstGeom prst="rect">
            <a:avLst/>
          </a:prstGeom>
        </p:spPr>
      </p:pic>
      <p:sp>
        <p:nvSpPr>
          <p:cNvPr id="20" name="Image"/>
          <p:cNvSpPr>
            <a:spLocks noGrp="1"/>
          </p:cNvSpPr>
          <p:nvPr>
            <p:ph type="pic" sz="quarter" idx="11"/>
          </p:nvPr>
        </p:nvSpPr>
        <p:spPr bwMode="gray">
          <a:xfrm>
            <a:off x="894892" y="1524000"/>
            <a:ext cx="4086683" cy="2603499"/>
          </a:xfrm>
          <a:prstGeom prst="rect">
            <a:avLst/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pic>
        <p:nvPicPr>
          <p:cNvPr id="27" name="Notebook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30" y="1365710"/>
            <a:ext cx="4376605" cy="3031204"/>
          </a:xfrm>
          <a:prstGeom prst="rect">
            <a:avLst/>
          </a:prstGeom>
        </p:spPr>
      </p:pic>
      <p:sp>
        <p:nvSpPr>
          <p:cNvPr id="22" name="Content"/>
          <p:cNvSpPr>
            <a:spLocks noGrp="1"/>
          </p:cNvSpPr>
          <p:nvPr>
            <p:ph type="body" sz="quarter" idx="21" hasCustomPrompt="1"/>
          </p:nvPr>
        </p:nvSpPr>
        <p:spPr>
          <a:xfrm>
            <a:off x="1161027" y="4867275"/>
            <a:ext cx="3554412" cy="114776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 baseline="0">
                <a:latin typeface="+mn-lt"/>
              </a:defRPr>
            </a:lvl3pPr>
            <a:lvl4pPr marL="540028" indent="0">
              <a:buNone/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16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endParaRPr lang="en-US" noProof="0"/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6661" cy="527050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 noProof="0"/>
              <a:t>Headline on one line in Corpo A Title Condensed in 36 pt. </a:t>
            </a:r>
          </a:p>
        </p:txBody>
      </p:sp>
      <p:sp>
        <p:nvSpPr>
          <p:cNvPr id="32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3494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pic>
        <p:nvPicPr>
          <p:cNvPr id="3" name="Smart phon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817" y="259217"/>
            <a:ext cx="2964442" cy="6168571"/>
          </a:xfrm>
          <a:prstGeom prst="rect">
            <a:avLst/>
          </a:prstGeom>
        </p:spPr>
      </p:pic>
      <p:sp>
        <p:nvSpPr>
          <p:cNvPr id="12" name="Image"/>
          <p:cNvSpPr>
            <a:spLocks noGrp="1"/>
          </p:cNvSpPr>
          <p:nvPr>
            <p:ph type="pic" sz="quarter" idx="12"/>
          </p:nvPr>
        </p:nvSpPr>
        <p:spPr bwMode="gray">
          <a:xfrm>
            <a:off x="7340150" y="700313"/>
            <a:ext cx="2771775" cy="5329012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sp>
        <p:nvSpPr>
          <p:cNvPr id="10" name="Content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3143250"/>
            <a:ext cx="3918825" cy="2781300"/>
          </a:xfrm>
        </p:spPr>
        <p:txBody>
          <a:bodyPr/>
          <a:lstStyle>
            <a:lvl1pPr>
              <a:defRPr b="0" baseline="0">
                <a:latin typeface="+mn-lt"/>
              </a:defRPr>
            </a:lvl1pPr>
          </a:lstStyle>
          <a:p>
            <a:pPr lvl="0"/>
            <a:r>
              <a:rPr lang="en-US"/>
              <a:t>Insert text </a:t>
            </a:r>
            <a:r>
              <a:rPr lang="en-US" noProof="0"/>
              <a:t>Corpo S Text Light 20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title"/>
          <p:cNvSpPr>
            <a:spLocks noGrp="1"/>
          </p:cNvSpPr>
          <p:nvPr>
            <p:ph type="title" hasCustomPrompt="1"/>
          </p:nvPr>
        </p:nvSpPr>
        <p:spPr>
          <a:xfrm>
            <a:off x="396001" y="1507329"/>
            <a:ext cx="3918824" cy="156193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48pt.</a:t>
            </a:r>
            <a:endParaRPr lang="en-US" noProof="0"/>
          </a:p>
        </p:txBody>
      </p:sp>
      <p:sp>
        <p:nvSpPr>
          <p:cNvPr id="1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17809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mart 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5" name="Smart phon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281" y="227980"/>
            <a:ext cx="3138295" cy="6534560"/>
          </a:xfrm>
          <a:prstGeom prst="rect">
            <a:avLst/>
          </a:prstGeom>
        </p:spPr>
      </p:pic>
      <p:sp>
        <p:nvSpPr>
          <p:cNvPr id="16" name="Image"/>
          <p:cNvSpPr>
            <a:spLocks noGrp="1"/>
          </p:cNvSpPr>
          <p:nvPr>
            <p:ph type="pic" sz="quarter" idx="18"/>
          </p:nvPr>
        </p:nvSpPr>
        <p:spPr bwMode="gray">
          <a:xfrm>
            <a:off x="6672943" y="690563"/>
            <a:ext cx="2957513" cy="5643562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pic>
        <p:nvPicPr>
          <p:cNvPr id="9" name="Smart phon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938" y="227980"/>
            <a:ext cx="3138295" cy="6534560"/>
          </a:xfrm>
          <a:prstGeom prst="rect">
            <a:avLst/>
          </a:prstGeom>
        </p:spPr>
      </p:pic>
      <p:sp>
        <p:nvSpPr>
          <p:cNvPr id="14" name="Image"/>
          <p:cNvSpPr>
            <a:spLocks noGrp="1"/>
          </p:cNvSpPr>
          <p:nvPr>
            <p:ph type="pic" sz="quarter" idx="17"/>
          </p:nvPr>
        </p:nvSpPr>
        <p:spPr bwMode="gray">
          <a:xfrm>
            <a:off x="2514600" y="690563"/>
            <a:ext cx="2957513" cy="5643562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96000" y="4138073"/>
            <a:ext cx="2987219" cy="10063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36pt.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6625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7433">
          <p15:clr>
            <a:srgbClr val="A4A3A4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mart 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7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8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9" name="Placeholder classification"/>
          <p:cNvSpPr>
            <a:spLocks noGrp="1"/>
          </p:cNvSpPr>
          <p:nvPr>
            <p:ph type="body" sz="quarter" idx="23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pic>
        <p:nvPicPr>
          <p:cNvPr id="20" name="Smart phone 3" descr="Mockup eines weißen Smartphones. Es dient der Präsentation von Smartphone-App-Inhalten." title="Weißes Smartphone Mockup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868" y="1512888"/>
            <a:ext cx="2108132" cy="4386714"/>
          </a:xfrm>
          <a:prstGeom prst="rect">
            <a:avLst/>
          </a:prstGeom>
        </p:spPr>
      </p:pic>
      <p:sp>
        <p:nvSpPr>
          <p:cNvPr id="21" name="Smart phone - content 3"/>
          <p:cNvSpPr>
            <a:spLocks noGrp="1"/>
          </p:cNvSpPr>
          <p:nvPr>
            <p:ph type="pic" sz="quarter" idx="21"/>
          </p:nvPr>
        </p:nvSpPr>
        <p:spPr bwMode="gray">
          <a:xfrm>
            <a:off x="9439841" y="1822901"/>
            <a:ext cx="1981201" cy="3786188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pic>
        <p:nvPicPr>
          <p:cNvPr id="14" name="Smart phone 2" descr="Mockup eines weißen Smartphones. Es dient der Präsentation von Smartphone-App-Inhalten." title="Weißes Smartphone Mockup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557" y="1512888"/>
            <a:ext cx="2108132" cy="4386714"/>
          </a:xfrm>
          <a:prstGeom prst="rect">
            <a:avLst/>
          </a:prstGeom>
        </p:spPr>
      </p:pic>
      <p:sp>
        <p:nvSpPr>
          <p:cNvPr id="19" name="Smart phone - content 2"/>
          <p:cNvSpPr>
            <a:spLocks noGrp="1"/>
          </p:cNvSpPr>
          <p:nvPr>
            <p:ph type="pic" sz="quarter" idx="20"/>
          </p:nvPr>
        </p:nvSpPr>
        <p:spPr bwMode="gray">
          <a:xfrm>
            <a:off x="7091530" y="1822901"/>
            <a:ext cx="1981201" cy="3786188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pic>
        <p:nvPicPr>
          <p:cNvPr id="17" name="Smart phone 1" descr="Mockup eines weißen Smartphones. Es dient der Präsentation von Smartphone-App-Inhalten." title="Weißes Smartphone Mockup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621" y="1512888"/>
            <a:ext cx="2108132" cy="4386714"/>
          </a:xfrm>
          <a:prstGeom prst="rect">
            <a:avLst/>
          </a:prstGeom>
        </p:spPr>
      </p:pic>
      <p:sp>
        <p:nvSpPr>
          <p:cNvPr id="18" name="Smart phone - content 1"/>
          <p:cNvSpPr>
            <a:spLocks noGrp="1"/>
          </p:cNvSpPr>
          <p:nvPr>
            <p:ph type="pic" sz="quarter" idx="19"/>
          </p:nvPr>
        </p:nvSpPr>
        <p:spPr bwMode="gray">
          <a:xfrm>
            <a:off x="4744594" y="1822901"/>
            <a:ext cx="1981201" cy="3786188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2" name="Content"/>
          <p:cNvSpPr>
            <a:spLocks noGrp="1"/>
          </p:cNvSpPr>
          <p:nvPr>
            <p:ph type="body" sz="quarter" idx="22" hasCustomPrompt="1"/>
          </p:nvPr>
        </p:nvSpPr>
        <p:spPr>
          <a:xfrm>
            <a:off x="396000" y="3143250"/>
            <a:ext cx="3918825" cy="2781300"/>
          </a:xfrm>
        </p:spPr>
        <p:txBody>
          <a:bodyPr/>
          <a:lstStyle>
            <a:lvl1pPr>
              <a:defRPr b="0" baseline="0">
                <a:latin typeface="+mn-lt"/>
              </a:defRPr>
            </a:lvl1pPr>
          </a:lstStyle>
          <a:p>
            <a:pPr lvl="0"/>
            <a:r>
              <a:rPr lang="en-US"/>
              <a:t>Insert text </a:t>
            </a:r>
            <a:r>
              <a:rPr lang="en-US" noProof="0"/>
              <a:t>Corpo S Text Light 20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96000" y="1507329"/>
            <a:ext cx="3918824" cy="156193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48pt.</a:t>
            </a:r>
            <a:endParaRPr lang="en-US" noProof="0"/>
          </a:p>
        </p:txBody>
      </p:sp>
      <p:sp>
        <p:nvSpPr>
          <p:cNvPr id="30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57319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1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pic>
        <p:nvPicPr>
          <p:cNvPr id="2" name="Table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645228" y="-290435"/>
            <a:ext cx="5673044" cy="7648188"/>
          </a:xfrm>
          <a:prstGeom prst="rect">
            <a:avLst/>
          </a:prstGeom>
        </p:spPr>
      </p:pic>
      <p:sp>
        <p:nvSpPr>
          <p:cNvPr id="4" name="Image"/>
          <p:cNvSpPr>
            <a:spLocks noGrp="1"/>
          </p:cNvSpPr>
          <p:nvPr>
            <p:ph type="pic" sz="quarter" idx="12"/>
          </p:nvPr>
        </p:nvSpPr>
        <p:spPr bwMode="ltGray">
          <a:xfrm>
            <a:off x="3228975" y="923925"/>
            <a:ext cx="6505575" cy="5238749"/>
          </a:xfrm>
          <a:prstGeom prst="rect">
            <a:avLst/>
          </a:prstGeom>
          <a:solidFill>
            <a:srgbClr val="9F0002"/>
          </a:solidFill>
          <a:effectLst/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sp>
        <p:nvSpPr>
          <p:cNvPr id="12" name="Slide title"/>
          <p:cNvSpPr>
            <a:spLocks noGrp="1"/>
          </p:cNvSpPr>
          <p:nvPr>
            <p:ph type="title" hasCustomPrompt="1"/>
          </p:nvPr>
        </p:nvSpPr>
        <p:spPr>
          <a:xfrm>
            <a:off x="396000" y="4138073"/>
            <a:ext cx="4871325" cy="538702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 noProof="0"/>
              <a:t>Headline one line in 36pt. </a:t>
            </a:r>
          </a:p>
        </p:txBody>
      </p:sp>
      <p:sp>
        <p:nvSpPr>
          <p:cNvPr id="1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59387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wa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pic>
        <p:nvPicPr>
          <p:cNvPr id="6" name="Smart watch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148" y="0"/>
            <a:ext cx="3935704" cy="6858000"/>
          </a:xfrm>
          <a:prstGeom prst="rect">
            <a:avLst/>
          </a:prstGeom>
        </p:spPr>
      </p:pic>
      <p:sp>
        <p:nvSpPr>
          <p:cNvPr id="4" name="Image"/>
          <p:cNvSpPr>
            <a:spLocks noGrp="1"/>
          </p:cNvSpPr>
          <p:nvPr>
            <p:ph type="pic" sz="quarter" idx="10"/>
          </p:nvPr>
        </p:nvSpPr>
        <p:spPr bwMode="gray">
          <a:xfrm>
            <a:off x="4348842" y="1539478"/>
            <a:ext cx="3494314" cy="3779044"/>
          </a:xfrm>
          <a:prstGeom prst="roundRect">
            <a:avLst>
              <a:gd name="adj" fmla="val 5637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1" name="Content"/>
          <p:cNvSpPr>
            <a:spLocks noGrp="1"/>
          </p:cNvSpPr>
          <p:nvPr>
            <p:ph type="body" sz="quarter" idx="22" hasCustomPrompt="1"/>
          </p:nvPr>
        </p:nvSpPr>
        <p:spPr>
          <a:xfrm>
            <a:off x="396001" y="3143250"/>
            <a:ext cx="3433050" cy="2781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0" baseline="0"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6001" y="1507329"/>
            <a:ext cx="3433050" cy="156193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48pt.</a:t>
            </a:r>
            <a:endParaRPr lang="en-US" noProof="0"/>
          </a:p>
        </p:txBody>
      </p:sp>
      <p:sp>
        <p:nvSpPr>
          <p:cNvPr id="1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55059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overview //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3" name="Image 4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6931156" y="4480834"/>
            <a:ext cx="48600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0" name="Image 3"/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396000" y="4480834"/>
            <a:ext cx="48600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2" name="Image 2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6931156" y="2044700"/>
            <a:ext cx="48600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8" name="Image 1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396000" y="2044700"/>
            <a:ext cx="48600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3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6661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18063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overview // Four circ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5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1" name="Image 4"/>
          <p:cNvSpPr>
            <a:spLocks noGrp="1"/>
          </p:cNvSpPr>
          <p:nvPr>
            <p:ph type="pic" sz="quarter" idx="23"/>
          </p:nvPr>
        </p:nvSpPr>
        <p:spPr bwMode="gray">
          <a:xfrm>
            <a:off x="9962724" y="1836154"/>
            <a:ext cx="1574800" cy="1574800"/>
          </a:xfrm>
          <a:prstGeom prst="ellipse">
            <a:avLst/>
          </a:prstGeom>
          <a:solidFill>
            <a:srgbClr val="9F0002"/>
          </a:solidFill>
          <a:ln>
            <a:solidFill>
              <a:schemeClr val="tx2"/>
            </a:solidFill>
          </a:ln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6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20" name="Image 3"/>
          <p:cNvSpPr>
            <a:spLocks noGrp="1"/>
          </p:cNvSpPr>
          <p:nvPr>
            <p:ph type="pic" sz="quarter" idx="22"/>
          </p:nvPr>
        </p:nvSpPr>
        <p:spPr bwMode="gray">
          <a:xfrm>
            <a:off x="6847095" y="1836154"/>
            <a:ext cx="1574800" cy="1574800"/>
          </a:xfrm>
          <a:prstGeom prst="ellipse">
            <a:avLst/>
          </a:prstGeom>
          <a:solidFill>
            <a:srgbClr val="9F0002"/>
          </a:solidFill>
          <a:ln>
            <a:solidFill>
              <a:schemeClr val="tx2"/>
            </a:solidFill>
          </a:ln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6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9" name="Image 2"/>
          <p:cNvSpPr>
            <a:spLocks noGrp="1"/>
          </p:cNvSpPr>
          <p:nvPr>
            <p:ph type="pic" sz="quarter" idx="21"/>
          </p:nvPr>
        </p:nvSpPr>
        <p:spPr bwMode="gray">
          <a:xfrm>
            <a:off x="3731465" y="1836154"/>
            <a:ext cx="1574800" cy="1574800"/>
          </a:xfrm>
          <a:prstGeom prst="ellipse">
            <a:avLst/>
          </a:prstGeom>
          <a:solidFill>
            <a:srgbClr val="9F0002"/>
          </a:solidFill>
          <a:ln>
            <a:solidFill>
              <a:schemeClr val="tx2"/>
            </a:solidFill>
          </a:ln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6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7" name="Image 1"/>
          <p:cNvSpPr>
            <a:spLocks noGrp="1"/>
          </p:cNvSpPr>
          <p:nvPr>
            <p:ph type="pic" sz="quarter" idx="20"/>
          </p:nvPr>
        </p:nvSpPr>
        <p:spPr bwMode="gray">
          <a:xfrm>
            <a:off x="615835" y="1836154"/>
            <a:ext cx="1574800" cy="1574800"/>
          </a:xfrm>
          <a:prstGeom prst="ellipse">
            <a:avLst/>
          </a:prstGeom>
          <a:solidFill>
            <a:srgbClr val="9F0002"/>
          </a:solidFill>
          <a:ln>
            <a:solidFill>
              <a:schemeClr val="tx2"/>
            </a:solidFill>
          </a:ln>
        </p:spPr>
        <p:txBody>
          <a:bodyPr/>
          <a:lstStyle>
            <a:lvl1pPr algn="ctr">
              <a:defRPr sz="16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30316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irc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2" name="Image 3"/>
          <p:cNvSpPr>
            <a:spLocks noGrp="1"/>
          </p:cNvSpPr>
          <p:nvPr>
            <p:ph type="pic" sz="quarter" idx="22"/>
          </p:nvPr>
        </p:nvSpPr>
        <p:spPr bwMode="gray">
          <a:xfrm>
            <a:off x="7870628" y="2528187"/>
            <a:ext cx="1574800" cy="1574800"/>
          </a:xfrm>
          <a:prstGeom prst="ellipse">
            <a:avLst/>
          </a:prstGeom>
          <a:solidFill>
            <a:srgbClr val="9F0002"/>
          </a:solidFill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400"/>
            </a:lvl1pPr>
          </a:lstStyle>
          <a:p>
            <a:endParaRPr lang="en-US"/>
          </a:p>
          <a:p>
            <a:endParaRPr lang="en-US"/>
          </a:p>
          <a:p>
            <a:r>
              <a:rPr lang="en-US" noProof="0"/>
              <a:t>Insert</a:t>
            </a:r>
            <a:br>
              <a:rPr lang="en-US" noProof="0"/>
            </a:br>
            <a:r>
              <a:rPr lang="en-US" noProof="0"/>
              <a:t>image</a:t>
            </a:r>
            <a:endParaRPr lang="en-US"/>
          </a:p>
        </p:txBody>
      </p:sp>
      <p:sp>
        <p:nvSpPr>
          <p:cNvPr id="21" name="Image 2"/>
          <p:cNvSpPr>
            <a:spLocks noGrp="1"/>
          </p:cNvSpPr>
          <p:nvPr>
            <p:ph type="pic" sz="quarter" idx="21"/>
          </p:nvPr>
        </p:nvSpPr>
        <p:spPr bwMode="gray">
          <a:xfrm>
            <a:off x="5308600" y="2528187"/>
            <a:ext cx="1574800" cy="1574800"/>
          </a:xfrm>
          <a:prstGeom prst="ellipse">
            <a:avLst/>
          </a:prstGeom>
          <a:solidFill>
            <a:srgbClr val="9F0002"/>
          </a:solidFill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400"/>
            </a:lvl1pPr>
          </a:lstStyle>
          <a:p>
            <a:endParaRPr lang="en-US" noProof="1"/>
          </a:p>
          <a:p>
            <a:endParaRPr lang="en-US" noProof="1"/>
          </a:p>
          <a:p>
            <a:r>
              <a:rPr lang="en-US" noProof="0"/>
              <a:t>Insert</a:t>
            </a:r>
            <a:br>
              <a:rPr lang="en-US" noProof="0"/>
            </a:br>
            <a:r>
              <a:rPr lang="en-US" noProof="0"/>
              <a:t>image</a:t>
            </a:r>
            <a:endParaRPr lang="en-US"/>
          </a:p>
          <a:p>
            <a:endParaRPr lang="en-US" noProof="1"/>
          </a:p>
        </p:txBody>
      </p:sp>
      <p:sp>
        <p:nvSpPr>
          <p:cNvPr id="20" name="Image 1"/>
          <p:cNvSpPr>
            <a:spLocks noGrp="1"/>
          </p:cNvSpPr>
          <p:nvPr>
            <p:ph type="pic" sz="quarter" idx="20"/>
          </p:nvPr>
        </p:nvSpPr>
        <p:spPr bwMode="gray">
          <a:xfrm>
            <a:off x="2746572" y="2528187"/>
            <a:ext cx="1574800" cy="1574800"/>
          </a:xfrm>
          <a:prstGeom prst="ellipse">
            <a:avLst/>
          </a:prstGeom>
          <a:solidFill>
            <a:srgbClr val="9F0002"/>
          </a:solidFill>
        </p:spPr>
        <p:txBody>
          <a:bodyPr/>
          <a:lstStyle>
            <a:lvl1pPr algn="ctr">
              <a:defRPr sz="140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 noProof="0"/>
              <a:t>Insert</a:t>
            </a:r>
            <a:br>
              <a:rPr lang="en-US" noProof="0"/>
            </a:br>
            <a:r>
              <a:rPr lang="en-US" noProof="0"/>
              <a:t>image</a:t>
            </a:r>
            <a:endParaRPr lang="en-US"/>
          </a:p>
        </p:txBody>
      </p:sp>
      <p:sp>
        <p:nvSpPr>
          <p:cNvPr id="25" name="Content"/>
          <p:cNvSpPr>
            <a:spLocks noGrp="1"/>
          </p:cNvSpPr>
          <p:nvPr>
            <p:ph type="body" sz="quarter" idx="23" hasCustomPrompt="1"/>
          </p:nvPr>
        </p:nvSpPr>
        <p:spPr>
          <a:xfrm>
            <a:off x="3756025" y="1141712"/>
            <a:ext cx="4679950" cy="584200"/>
          </a:xfrm>
        </p:spPr>
        <p:txBody>
          <a:bodyPr/>
          <a:lstStyle>
            <a:lvl1pPr algn="l">
              <a:defRPr sz="1600" baseline="0"/>
            </a:lvl1pPr>
          </a:lstStyle>
          <a:p>
            <a:pPr lvl="0"/>
            <a:r>
              <a:rPr lang="en-US"/>
              <a:t>Sub headline or text in </a:t>
            </a:r>
            <a:r>
              <a:rPr lang="en-US" noProof="0"/>
              <a:t>Corpo S Text Light 16 pt.</a:t>
            </a:r>
            <a:endParaRPr lang="en-US"/>
          </a:p>
        </p:txBody>
      </p:sp>
      <p:sp>
        <p:nvSpPr>
          <p:cNvPr id="13" name="Slide title"/>
          <p:cNvSpPr>
            <a:spLocks noGrp="1"/>
          </p:cNvSpPr>
          <p:nvPr>
            <p:ph type="title" hasCustomPrompt="1"/>
          </p:nvPr>
        </p:nvSpPr>
        <p:spPr>
          <a:xfrm>
            <a:off x="1879554" y="465439"/>
            <a:ext cx="8432892" cy="55373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one line in Corpo A Title Condensed 36 pt. </a:t>
            </a:r>
          </a:p>
        </p:txBody>
      </p:sp>
      <p:sp>
        <p:nvSpPr>
          <p:cNvPr id="2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04730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1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1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0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-1"/>
            <a:ext cx="6096000" cy="6858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8" name="Content"/>
          <p:cNvSpPr>
            <a:spLocks noGrp="1"/>
          </p:cNvSpPr>
          <p:nvPr>
            <p:ph sz="quarter" idx="21" hasCustomPrompt="1"/>
          </p:nvPr>
        </p:nvSpPr>
        <p:spPr bwMode="invGray">
          <a:xfrm>
            <a:off x="6524624" y="2368821"/>
            <a:ext cx="5264151" cy="4060553"/>
          </a:xfrm>
        </p:spPr>
        <p:txBody>
          <a:bodyPr/>
          <a:lstStyle/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ctrTitle" hasCustomPrompt="1"/>
          </p:nvPr>
        </p:nvSpPr>
        <p:spPr bwMode="invGray">
          <a:xfrm>
            <a:off x="6524625" y="1138423"/>
            <a:ext cx="5264150" cy="1128528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</a:p>
        </p:txBody>
      </p:sp>
    </p:spTree>
    <p:extLst>
      <p:ext uri="{BB962C8B-B14F-4D97-AF65-F5344CB8AC3E}">
        <p14:creationId xmlns:p14="http://schemas.microsoft.com/office/powerpoint/2010/main" val="69674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Panorama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0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4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66713"/>
            <a:ext cx="12193200" cy="3948112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8" name="Content"/>
          <p:cNvSpPr>
            <a:spLocks noGrp="1"/>
          </p:cNvSpPr>
          <p:nvPr>
            <p:ph sz="quarter" idx="14" hasCustomPrompt="1"/>
          </p:nvPr>
        </p:nvSpPr>
        <p:spPr>
          <a:xfrm>
            <a:off x="5743575" y="4533900"/>
            <a:ext cx="6051550" cy="189071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16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Slide title"/>
          <p:cNvSpPr>
            <a:spLocks noGrp="1"/>
          </p:cNvSpPr>
          <p:nvPr>
            <p:ph type="title" hasCustomPrompt="1"/>
          </p:nvPr>
        </p:nvSpPr>
        <p:spPr>
          <a:xfrm>
            <a:off x="395287" y="4533900"/>
            <a:ext cx="4605338" cy="1105267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 noProof="0"/>
              <a:t>Headline one line in 36pt. </a:t>
            </a:r>
          </a:p>
        </p:txBody>
      </p:sp>
      <p:sp>
        <p:nvSpPr>
          <p:cNvPr id="23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252164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// centred vertical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0" name="Placeholder other"/>
          <p:cNvSpPr>
            <a:spLocks noGrp="1"/>
          </p:cNvSpPr>
          <p:nvPr>
            <p:ph type="body" sz="quarter" idx="19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20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21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5" name="Diagram placeholder"/>
          <p:cNvSpPr>
            <a:spLocks noGrp="1"/>
          </p:cNvSpPr>
          <p:nvPr>
            <p:ph type="chart" sz="quarter" idx="18"/>
          </p:nvPr>
        </p:nvSpPr>
        <p:spPr bwMode="gray">
          <a:xfrm>
            <a:off x="4663267" y="1543049"/>
            <a:ext cx="7128684" cy="4524375"/>
          </a:xfrm>
          <a:solidFill>
            <a:schemeClr val="bg1">
              <a:lumMod val="85000"/>
              <a:lumOff val="1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diagram</a:t>
            </a:r>
          </a:p>
        </p:txBody>
      </p:sp>
      <p:sp>
        <p:nvSpPr>
          <p:cNvPr id="13" name="Content"/>
          <p:cNvSpPr>
            <a:spLocks noGrp="1"/>
          </p:cNvSpPr>
          <p:nvPr>
            <p:ph type="body" sz="quarter" idx="17" hasCustomPrompt="1"/>
          </p:nvPr>
        </p:nvSpPr>
        <p:spPr>
          <a:xfrm>
            <a:off x="719997" y="3226324"/>
            <a:ext cx="3509103" cy="2107628"/>
          </a:xfrm>
        </p:spPr>
        <p:txBody>
          <a:bodyPr/>
          <a:lstStyle>
            <a:lvl1pPr>
              <a:defRPr sz="1600" b="0" baseline="0">
                <a:latin typeface="+mn-lt"/>
              </a:defRPr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16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4" name="Slide title"/>
          <p:cNvSpPr>
            <a:spLocks noGrp="1"/>
          </p:cNvSpPr>
          <p:nvPr>
            <p:ph type="title" hasCustomPrompt="1"/>
          </p:nvPr>
        </p:nvSpPr>
        <p:spPr>
          <a:xfrm>
            <a:off x="720001" y="2015461"/>
            <a:ext cx="3509100" cy="1210864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 noProof="0"/>
              <a:t>Headline two lines in Corpo A Title Cond. </a:t>
            </a:r>
          </a:p>
        </p:txBody>
      </p:sp>
      <p:sp>
        <p:nvSpPr>
          <p:cNvPr id="23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08045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3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34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3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8" name="Placeholder classification"/>
          <p:cNvSpPr>
            <a:spLocks noGrp="1"/>
          </p:cNvSpPr>
          <p:nvPr>
            <p:ph type="body" sz="quarter" idx="37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56" name="Image 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997925" y="4043527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8" name="Text 8"/>
          <p:cNvSpPr>
            <a:spLocks noGrp="1"/>
          </p:cNvSpPr>
          <p:nvPr>
            <p:ph type="body" sz="quarter" idx="36" hasCustomPrompt="1"/>
          </p:nvPr>
        </p:nvSpPr>
        <p:spPr>
          <a:xfrm>
            <a:off x="8997925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50" name="Image 7"/>
          <p:cNvSpPr>
            <a:spLocks noGrp="1"/>
          </p:cNvSpPr>
          <p:nvPr>
            <p:ph type="body" sz="quarter" idx="28" hasCustomPrompt="1"/>
          </p:nvPr>
        </p:nvSpPr>
        <p:spPr>
          <a:xfrm>
            <a:off x="6130617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48" name="Text 7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30616" y="4043527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2" name="Image 6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3263308" y="4043527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4" name="Text 6"/>
          <p:cNvSpPr>
            <a:spLocks noGrp="1"/>
          </p:cNvSpPr>
          <p:nvPr>
            <p:ph type="body" sz="quarter" idx="32" hasCustomPrompt="1"/>
          </p:nvPr>
        </p:nvSpPr>
        <p:spPr>
          <a:xfrm>
            <a:off x="3263309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36" name="Image 5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0" y="4044227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6" name="Text 5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60309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55" name="Image 4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994750" y="1511300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7" name="Text 4"/>
          <p:cNvSpPr>
            <a:spLocks noGrp="1"/>
          </p:cNvSpPr>
          <p:nvPr>
            <p:ph type="body" sz="quarter" idx="35" hasCustomPrompt="1"/>
          </p:nvPr>
        </p:nvSpPr>
        <p:spPr>
          <a:xfrm>
            <a:off x="8996400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47" name="Image 3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128500" y="1511300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9" name="Text 3"/>
          <p:cNvSpPr>
            <a:spLocks noGrp="1"/>
          </p:cNvSpPr>
          <p:nvPr>
            <p:ph type="body" sz="quarter" idx="27" hasCustomPrompt="1"/>
          </p:nvPr>
        </p:nvSpPr>
        <p:spPr>
          <a:xfrm>
            <a:off x="6129600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51" name="Image 2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262250" y="1511300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3" name="Text 2"/>
          <p:cNvSpPr>
            <a:spLocks noGrp="1"/>
          </p:cNvSpPr>
          <p:nvPr>
            <p:ph type="body" sz="quarter" idx="31" hasCustomPrompt="1"/>
          </p:nvPr>
        </p:nvSpPr>
        <p:spPr>
          <a:xfrm>
            <a:off x="3262800" y="3500548"/>
            <a:ext cx="2797200" cy="324000"/>
          </a:xfrm>
        </p:spPr>
        <p:txBody>
          <a:bodyPr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35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5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0" y="35012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3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26222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7" name="Placeholder other"/>
          <p:cNvSpPr>
            <a:spLocks noGrp="1"/>
          </p:cNvSpPr>
          <p:nvPr>
            <p:ph type="body" sz="quarter" idx="25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8" name="Placeholder confidentialty"/>
          <p:cNvSpPr>
            <a:spLocks noGrp="1"/>
          </p:cNvSpPr>
          <p:nvPr>
            <p:ph type="body" sz="quarter" idx="26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2" name="Placeholder classification"/>
          <p:cNvSpPr>
            <a:spLocks noGrp="1"/>
          </p:cNvSpPr>
          <p:nvPr>
            <p:ph type="body" sz="quarter" idx="27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1" name="Image 6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035200" y="4044227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9" name="Text 6"/>
          <p:cNvSpPr>
            <a:spLocks noGrp="1"/>
          </p:cNvSpPr>
          <p:nvPr>
            <p:ph type="body" sz="quarter" idx="24" hasCustomPrompt="1"/>
          </p:nvPr>
        </p:nvSpPr>
        <p:spPr>
          <a:xfrm>
            <a:off x="8035200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8" name="Text 5"/>
          <p:cNvSpPr>
            <a:spLocks noGrp="1"/>
          </p:cNvSpPr>
          <p:nvPr>
            <p:ph type="body" sz="quarter" idx="23" hasCustomPrompt="1"/>
          </p:nvPr>
        </p:nvSpPr>
        <p:spPr>
          <a:xfrm>
            <a:off x="4215600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3" name="Image 5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21337" y="4044227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5" name="Text 4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39" name="Image 4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0" y="4044227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7" name="Text 3"/>
          <p:cNvSpPr>
            <a:spLocks noGrp="1"/>
          </p:cNvSpPr>
          <p:nvPr>
            <p:ph type="body" sz="quarter" idx="22" hasCustomPrompt="1"/>
          </p:nvPr>
        </p:nvSpPr>
        <p:spPr>
          <a:xfrm>
            <a:off x="8035200" y="3501248"/>
            <a:ext cx="3754800" cy="324000"/>
          </a:xfrm>
        </p:spPr>
        <p:txBody>
          <a:bodyPr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0" name="Image 3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8036476" y="1512000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6" name="Text 2"/>
          <p:cNvSpPr>
            <a:spLocks noGrp="1"/>
          </p:cNvSpPr>
          <p:nvPr>
            <p:ph type="body" sz="quarter" idx="21" hasCustomPrompt="1"/>
          </p:nvPr>
        </p:nvSpPr>
        <p:spPr>
          <a:xfrm>
            <a:off x="4215599" y="3501248"/>
            <a:ext cx="3754800" cy="324000"/>
          </a:xfrm>
        </p:spPr>
        <p:txBody>
          <a:bodyPr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2" name="Image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216238" y="1512000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4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395999" y="3501248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aseline="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38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9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3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3617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9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0" name="Placeholder classification"/>
          <p:cNvSpPr>
            <a:spLocks noGrp="1"/>
          </p:cNvSpPr>
          <p:nvPr>
            <p:ph type="body" sz="quarter" idx="2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2" name="Text 4"/>
          <p:cNvSpPr>
            <a:spLocks noGrp="1"/>
          </p:cNvSpPr>
          <p:nvPr>
            <p:ph type="body" sz="quarter" idx="28" hasCustomPrompt="1"/>
          </p:nvPr>
        </p:nvSpPr>
        <p:spPr>
          <a:xfrm>
            <a:off x="6127200" y="6030280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0" name="Image 4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27200" y="4043527"/>
            <a:ext cx="56663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8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2" y="6030980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28" name="Image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1" y="4044227"/>
            <a:ext cx="56663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1" name="Text 2"/>
          <p:cNvSpPr>
            <a:spLocks noGrp="1"/>
          </p:cNvSpPr>
          <p:nvPr>
            <p:ph type="body" sz="quarter" idx="27" hasCustomPrompt="1"/>
          </p:nvPr>
        </p:nvSpPr>
        <p:spPr>
          <a:xfrm>
            <a:off x="6127200" y="3500548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39" name="Image 2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128726" y="1511300"/>
            <a:ext cx="56663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7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1" y="3501248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27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6663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2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1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25255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Image-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4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5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6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7" name="Text 2"/>
          <p:cNvSpPr>
            <a:spLocks noGrp="1"/>
          </p:cNvSpPr>
          <p:nvPr>
            <p:ph sz="quarter" idx="20" hasCustomPrompt="1"/>
          </p:nvPr>
        </p:nvSpPr>
        <p:spPr>
          <a:xfrm>
            <a:off x="6211276" y="3514724"/>
            <a:ext cx="5580000" cy="29114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Image 2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6215126" y="1512000"/>
            <a:ext cx="55799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5" name="Text 1"/>
          <p:cNvSpPr>
            <a:spLocks noGrp="1"/>
          </p:cNvSpPr>
          <p:nvPr>
            <p:ph sz="quarter" idx="14" hasCustomPrompt="1"/>
          </p:nvPr>
        </p:nvSpPr>
        <p:spPr>
          <a:xfrm>
            <a:off x="395287" y="3514725"/>
            <a:ext cx="5580000" cy="29114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5799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7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79746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18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9" name="Caption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6030980"/>
            <a:ext cx="113976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 in 16pt.</a:t>
            </a:r>
          </a:p>
        </p:txBody>
      </p:sp>
      <p:sp>
        <p:nvSpPr>
          <p:cNvPr id="17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1"/>
            <a:ext cx="11397600" cy="4467886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3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321486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olbox // 8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48" name="Placeholder other"/>
          <p:cNvSpPr>
            <a:spLocks noGrp="1"/>
          </p:cNvSpPr>
          <p:nvPr>
            <p:ph type="body" sz="quarter" idx="45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49" name="Placeholder confidentialty"/>
          <p:cNvSpPr>
            <a:spLocks noGrp="1"/>
          </p:cNvSpPr>
          <p:nvPr>
            <p:ph type="body" sz="quarter" idx="46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50" name="Placeholder classification"/>
          <p:cNvSpPr>
            <a:spLocks noGrp="1"/>
          </p:cNvSpPr>
          <p:nvPr>
            <p:ph type="body" sz="quarter" idx="47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cxnSp>
        <p:nvCxnSpPr>
          <p:cNvPr id="113" name="Connecting line 8"/>
          <p:cNvCxnSpPr>
            <a:stCxn id="65" idx="3"/>
            <a:endCxn id="103" idx="1"/>
          </p:cNvCxnSpPr>
          <p:nvPr userDrawn="1"/>
        </p:nvCxnSpPr>
        <p:spPr bwMode="auto">
          <a:xfrm>
            <a:off x="7715607" y="5839401"/>
            <a:ext cx="483064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ing line 7"/>
          <p:cNvCxnSpPr>
            <a:stCxn id="68" idx="3"/>
            <a:endCxn id="101" idx="1"/>
          </p:cNvCxnSpPr>
          <p:nvPr userDrawn="1"/>
        </p:nvCxnSpPr>
        <p:spPr bwMode="auto">
          <a:xfrm>
            <a:off x="7719176" y="4592301"/>
            <a:ext cx="479495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ing line 6"/>
          <p:cNvCxnSpPr>
            <a:stCxn id="66" idx="3"/>
            <a:endCxn id="102" idx="1"/>
          </p:cNvCxnSpPr>
          <p:nvPr userDrawn="1"/>
        </p:nvCxnSpPr>
        <p:spPr bwMode="auto">
          <a:xfrm>
            <a:off x="7719176" y="3345201"/>
            <a:ext cx="479495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ing line 5"/>
          <p:cNvCxnSpPr>
            <a:stCxn id="100" idx="1"/>
            <a:endCxn id="67" idx="3"/>
          </p:cNvCxnSpPr>
          <p:nvPr userDrawn="1"/>
        </p:nvCxnSpPr>
        <p:spPr bwMode="auto">
          <a:xfrm flipH="1">
            <a:off x="7719176" y="2098101"/>
            <a:ext cx="479495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ing line 4"/>
          <p:cNvCxnSpPr>
            <a:stCxn id="107" idx="3"/>
            <a:endCxn id="91" idx="1"/>
          </p:cNvCxnSpPr>
          <p:nvPr userDrawn="1"/>
        </p:nvCxnSpPr>
        <p:spPr bwMode="auto">
          <a:xfrm>
            <a:off x="3996005" y="5839401"/>
            <a:ext cx="483170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ing line 3"/>
          <p:cNvCxnSpPr>
            <a:stCxn id="105" idx="3"/>
            <a:endCxn id="90" idx="1"/>
          </p:cNvCxnSpPr>
          <p:nvPr userDrawn="1"/>
        </p:nvCxnSpPr>
        <p:spPr bwMode="auto">
          <a:xfrm>
            <a:off x="3996005" y="4592534"/>
            <a:ext cx="483170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ing line 2"/>
          <p:cNvCxnSpPr>
            <a:stCxn id="106" idx="3"/>
            <a:endCxn id="89" idx="1"/>
          </p:cNvCxnSpPr>
          <p:nvPr userDrawn="1"/>
        </p:nvCxnSpPr>
        <p:spPr bwMode="auto">
          <a:xfrm>
            <a:off x="3996005" y="3345667"/>
            <a:ext cx="483170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ing line 1"/>
          <p:cNvCxnSpPr>
            <a:stCxn id="104" idx="3"/>
            <a:endCxn id="88" idx="1"/>
          </p:cNvCxnSpPr>
          <p:nvPr userDrawn="1"/>
        </p:nvCxnSpPr>
        <p:spPr bwMode="auto">
          <a:xfrm>
            <a:off x="3996005" y="2098800"/>
            <a:ext cx="483170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 16"/>
          <p:cNvSpPr>
            <a:spLocks noGrp="1"/>
          </p:cNvSpPr>
          <p:nvPr>
            <p:ph type="body" sz="quarter" idx="31" hasCustomPrompt="1"/>
          </p:nvPr>
        </p:nvSpPr>
        <p:spPr>
          <a:xfrm>
            <a:off x="9993600" y="52526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5" name="Text 15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6203607" y="52526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3" name="Image 8"/>
          <p:cNvSpPr>
            <a:spLocks noGrp="1" noChangeAspect="1"/>
          </p:cNvSpPr>
          <p:nvPr>
            <p:ph type="pic" sz="quarter" idx="29" hasCustomPrompt="1"/>
          </p:nvPr>
        </p:nvSpPr>
        <p:spPr bwMode="gray">
          <a:xfrm>
            <a:off x="8198671" y="52526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8" name="Text 14"/>
          <p:cNvSpPr>
            <a:spLocks noGrp="1"/>
          </p:cNvSpPr>
          <p:nvPr>
            <p:ph type="body" sz="quarter" idx="32" hasCustomPrompt="1"/>
          </p:nvPr>
        </p:nvSpPr>
        <p:spPr>
          <a:xfrm>
            <a:off x="9993600" y="40055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8" name="Text 13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6207176" y="40055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1" name="Image 7"/>
          <p:cNvSpPr>
            <a:spLocks noGrp="1" noChangeAspect="1"/>
          </p:cNvSpPr>
          <p:nvPr>
            <p:ph type="pic" sz="quarter" idx="17" hasCustomPrompt="1"/>
          </p:nvPr>
        </p:nvSpPr>
        <p:spPr bwMode="gray">
          <a:xfrm>
            <a:off x="8198671" y="40055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9" name="Text 12"/>
          <p:cNvSpPr>
            <a:spLocks noGrp="1"/>
          </p:cNvSpPr>
          <p:nvPr>
            <p:ph type="body" sz="quarter" idx="33" hasCustomPrompt="1"/>
          </p:nvPr>
        </p:nvSpPr>
        <p:spPr>
          <a:xfrm>
            <a:off x="9993600" y="27584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6" name="Text 11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207176" y="27584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2" name="Image 6"/>
          <p:cNvSpPr>
            <a:spLocks noGrp="1" noChangeAspect="1"/>
          </p:cNvSpPr>
          <p:nvPr>
            <p:ph type="pic" sz="quarter" idx="18" hasCustomPrompt="1"/>
          </p:nvPr>
        </p:nvSpPr>
        <p:spPr bwMode="gray">
          <a:xfrm>
            <a:off x="8198671" y="27584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6" name="Text 10"/>
          <p:cNvSpPr>
            <a:spLocks noGrp="1"/>
          </p:cNvSpPr>
          <p:nvPr>
            <p:ph type="body" sz="quarter" idx="30" hasCustomPrompt="1"/>
          </p:nvPr>
        </p:nvSpPr>
        <p:spPr>
          <a:xfrm>
            <a:off x="9993600" y="15113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7" name="Text 9"/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6207176" y="15113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0" name="Image 5"/>
          <p:cNvSpPr>
            <a:spLocks noGrp="1" noChangeAspect="1"/>
          </p:cNvSpPr>
          <p:nvPr>
            <p:ph type="pic" sz="quarter" idx="11" hasCustomPrompt="1"/>
          </p:nvPr>
        </p:nvSpPr>
        <p:spPr bwMode="gray">
          <a:xfrm>
            <a:off x="8198671" y="15113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1" name="Text 8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4479175" y="52526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93" name="Text 7"/>
          <p:cNvSpPr>
            <a:spLocks noGrp="1"/>
          </p:cNvSpPr>
          <p:nvPr>
            <p:ph type="body" sz="quarter" idx="35" hasCustomPrompt="1"/>
          </p:nvPr>
        </p:nvSpPr>
        <p:spPr>
          <a:xfrm>
            <a:off x="396000" y="52526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7" name="Image 4"/>
          <p:cNvSpPr>
            <a:spLocks noGrp="1" noChangeAspect="1"/>
          </p:cNvSpPr>
          <p:nvPr>
            <p:ph type="pic" sz="quarter" idx="28" hasCustomPrompt="1"/>
          </p:nvPr>
        </p:nvSpPr>
        <p:spPr bwMode="gray">
          <a:xfrm>
            <a:off x="2304000" y="52526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0" name="Text 6"/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4479175" y="4005734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94" name="Text 5"/>
          <p:cNvSpPr>
            <a:spLocks noGrp="1"/>
          </p:cNvSpPr>
          <p:nvPr>
            <p:ph type="body" sz="quarter" idx="36" hasCustomPrompt="1"/>
          </p:nvPr>
        </p:nvSpPr>
        <p:spPr>
          <a:xfrm>
            <a:off x="396000" y="4005734"/>
            <a:ext cx="1800000" cy="1173600"/>
          </a:xfrm>
        </p:spPr>
        <p:txBody>
          <a:bodyPr anchor="ctr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5" name="Image  3"/>
          <p:cNvSpPr>
            <a:spLocks noGrp="1" noChangeAspect="1"/>
          </p:cNvSpPr>
          <p:nvPr>
            <p:ph type="pic" sz="quarter" idx="12" hasCustomPrompt="1"/>
          </p:nvPr>
        </p:nvSpPr>
        <p:spPr bwMode="gray">
          <a:xfrm>
            <a:off x="2304000" y="4005734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9" name="Text 4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479175" y="2758867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95" name="Text 3"/>
          <p:cNvSpPr>
            <a:spLocks noGrp="1"/>
          </p:cNvSpPr>
          <p:nvPr>
            <p:ph type="body" sz="quarter" idx="37" hasCustomPrompt="1"/>
          </p:nvPr>
        </p:nvSpPr>
        <p:spPr>
          <a:xfrm>
            <a:off x="396000" y="2758867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6" name="Image 2"/>
          <p:cNvSpPr>
            <a:spLocks noGrp="1" noChangeAspect="1"/>
          </p:cNvSpPr>
          <p:nvPr>
            <p:ph type="pic" sz="quarter" idx="14" hasCustomPrompt="1"/>
          </p:nvPr>
        </p:nvSpPr>
        <p:spPr bwMode="gray">
          <a:xfrm>
            <a:off x="2304000" y="2758867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8" name="Text 2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479175" y="1512000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92" name="Text 1"/>
          <p:cNvSpPr>
            <a:spLocks noGrp="1"/>
          </p:cNvSpPr>
          <p:nvPr>
            <p:ph type="body" sz="quarter" idx="34" hasCustomPrompt="1"/>
          </p:nvPr>
        </p:nvSpPr>
        <p:spPr>
          <a:xfrm>
            <a:off x="396000" y="1512000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aseline="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4" name="Image 1"/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2304000" y="1512000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69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52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89685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8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39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40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41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9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024337" y="2757600"/>
            <a:ext cx="6148800" cy="2421734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3" name="Line 12"/>
          <p:cNvSpPr>
            <a:spLocks noGrp="1" noChangeAspect="1"/>
          </p:cNvSpPr>
          <p:nvPr>
            <p:ph type="body" sz="quarter" idx="58" hasCustomPrompt="1"/>
          </p:nvPr>
        </p:nvSpPr>
        <p:spPr>
          <a:xfrm rot="11041244">
            <a:off x="2483054" y="3144224"/>
            <a:ext cx="2204126" cy="80242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95888" h="109067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995888" y="109067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4" name="Line 11"/>
          <p:cNvSpPr>
            <a:spLocks noGrp="1" noChangeAspect="1"/>
          </p:cNvSpPr>
          <p:nvPr>
            <p:ph type="body" sz="quarter" idx="59" hasCustomPrompt="1"/>
          </p:nvPr>
        </p:nvSpPr>
        <p:spPr>
          <a:xfrm rot="10320000">
            <a:off x="2608500" y="4603312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0" name="Line 10"/>
          <p:cNvSpPr>
            <a:spLocks noGrp="1" noChangeAspect="1"/>
          </p:cNvSpPr>
          <p:nvPr>
            <p:ph type="body" sz="quarter" idx="67" hasCustomPrompt="1"/>
          </p:nvPr>
        </p:nvSpPr>
        <p:spPr>
          <a:xfrm rot="9427937">
            <a:off x="2425691" y="5284427"/>
            <a:ext cx="1909937" cy="91569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596021"/>
              <a:gd name="connsiteY0" fmla="*/ 35294 h 124463"/>
              <a:gd name="connsiteX1" fmla="*/ 36219 w 2596021"/>
              <a:gd name="connsiteY1" fmla="*/ 73396 h 124463"/>
              <a:gd name="connsiteX2" fmla="*/ 0 w 2596021"/>
              <a:gd name="connsiteY2" fmla="*/ 37306 h 124463"/>
              <a:gd name="connsiteX3" fmla="*/ 35816 w 2596021"/>
              <a:gd name="connsiteY3" fmla="*/ 8 h 124463"/>
              <a:gd name="connsiteX4" fmla="*/ 73065 w 2596021"/>
              <a:gd name="connsiteY4" fmla="*/ 35540 h 124463"/>
              <a:gd name="connsiteX5" fmla="*/ 2596020 w 2596021"/>
              <a:gd name="connsiteY5" fmla="*/ 124462 h 12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021" h="124463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596020" y="124462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8" name="Line 9"/>
          <p:cNvSpPr>
            <a:spLocks noGrp="1" noChangeAspect="1"/>
          </p:cNvSpPr>
          <p:nvPr>
            <p:ph type="body" sz="quarter" idx="63" hasCustomPrompt="1"/>
          </p:nvPr>
        </p:nvSpPr>
        <p:spPr>
          <a:xfrm rot="17090839" flipH="1" flipV="1">
            <a:off x="4827733" y="538222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5" name="Line 8"/>
          <p:cNvSpPr>
            <a:spLocks noGrp="1" noChangeAspect="1"/>
          </p:cNvSpPr>
          <p:nvPr>
            <p:ph type="body" sz="quarter" idx="60" hasCustomPrompt="1"/>
          </p:nvPr>
        </p:nvSpPr>
        <p:spPr>
          <a:xfrm rot="3540000">
            <a:off x="5861589" y="4897309"/>
            <a:ext cx="1909937" cy="91569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596021"/>
              <a:gd name="connsiteY0" fmla="*/ 35294 h 124463"/>
              <a:gd name="connsiteX1" fmla="*/ 36219 w 2596021"/>
              <a:gd name="connsiteY1" fmla="*/ 73396 h 124463"/>
              <a:gd name="connsiteX2" fmla="*/ 0 w 2596021"/>
              <a:gd name="connsiteY2" fmla="*/ 37306 h 124463"/>
              <a:gd name="connsiteX3" fmla="*/ 35816 w 2596021"/>
              <a:gd name="connsiteY3" fmla="*/ 8 h 124463"/>
              <a:gd name="connsiteX4" fmla="*/ 73065 w 2596021"/>
              <a:gd name="connsiteY4" fmla="*/ 35540 h 124463"/>
              <a:gd name="connsiteX5" fmla="*/ 2596020 w 2596021"/>
              <a:gd name="connsiteY5" fmla="*/ 124462 h 12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021" h="124463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596020" y="124462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61" name="Line 7"/>
          <p:cNvSpPr>
            <a:spLocks noGrp="1" noChangeAspect="1"/>
          </p:cNvSpPr>
          <p:nvPr>
            <p:ph type="body" sz="quarter" idx="66" hasCustomPrompt="1"/>
          </p:nvPr>
        </p:nvSpPr>
        <p:spPr>
          <a:xfrm rot="2851924">
            <a:off x="6698739" y="4854467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9" name="Line 6"/>
          <p:cNvSpPr>
            <a:spLocks noGrp="1" noChangeAspect="1"/>
          </p:cNvSpPr>
          <p:nvPr>
            <p:ph type="body" sz="quarter" idx="64" hasCustomPrompt="1"/>
          </p:nvPr>
        </p:nvSpPr>
        <p:spPr>
          <a:xfrm rot="12243241" flipH="1" flipV="1">
            <a:off x="8587331" y="4580694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60" name="Line 5"/>
          <p:cNvSpPr>
            <a:spLocks noGrp="1" noChangeAspect="1"/>
          </p:cNvSpPr>
          <p:nvPr>
            <p:ph type="body" sz="quarter" idx="65" hasCustomPrompt="1"/>
          </p:nvPr>
        </p:nvSpPr>
        <p:spPr>
          <a:xfrm rot="10046435" flipH="1" flipV="1">
            <a:off x="8610544" y="3345727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1" name="Line 4"/>
          <p:cNvSpPr>
            <a:spLocks noGrp="1" noChangeAspect="1"/>
          </p:cNvSpPr>
          <p:nvPr>
            <p:ph type="body" sz="quarter" idx="56" hasCustomPrompt="1"/>
          </p:nvPr>
        </p:nvSpPr>
        <p:spPr>
          <a:xfrm rot="17090839">
            <a:off x="7964704" y="280890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2" name="Line 3"/>
          <p:cNvSpPr>
            <a:spLocks noGrp="1" noChangeAspect="1"/>
          </p:cNvSpPr>
          <p:nvPr>
            <p:ph type="body" sz="quarter" idx="57" hasCustomPrompt="1"/>
          </p:nvPr>
        </p:nvSpPr>
        <p:spPr>
          <a:xfrm rot="18468895">
            <a:off x="6090519" y="2581063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7" name="Line 2"/>
          <p:cNvSpPr>
            <a:spLocks noGrp="1" noChangeAspect="1"/>
          </p:cNvSpPr>
          <p:nvPr>
            <p:ph type="body" sz="quarter" idx="62" hasCustomPrompt="1"/>
          </p:nvPr>
        </p:nvSpPr>
        <p:spPr>
          <a:xfrm rot="13889278">
            <a:off x="4708703" y="252068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6" name="Line 1"/>
          <p:cNvSpPr>
            <a:spLocks noGrp="1" noChangeAspect="1"/>
          </p:cNvSpPr>
          <p:nvPr>
            <p:ph type="body" sz="quarter" idx="61" hasCustomPrompt="1"/>
          </p:nvPr>
        </p:nvSpPr>
        <p:spPr>
          <a:xfrm rot="12197832">
            <a:off x="2201247" y="2579449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71" name="Text 12"/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396000" y="2758867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2" name="Text 11"/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396000" y="4005735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7" name="Text 10"/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396000" y="5252601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8" name="Text 9"/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4223026" y="5252601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9" name="Text 8"/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6134851" y="5252601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8" name="Text 7"/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8046675" y="5252601"/>
            <a:ext cx="3744602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6" name="Text 6"/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9245474" y="4010671"/>
            <a:ext cx="2545802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4" name="Text 5"/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9245474" y="2763803"/>
            <a:ext cx="2546476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3" name="Text 4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8046674" y="1516936"/>
            <a:ext cx="3748451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7" name="Text 3"/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6134851" y="1516936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9" name="Text 2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4223026" y="1516936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0" name="Text 1"/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396000" y="1516936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2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45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2604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5" orient="horz" pos="4047">
          <p15:clr>
            <a:srgbClr val="A4A3A4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1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2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4" name="Placeholder classification"/>
          <p:cNvSpPr>
            <a:spLocks noGrp="1"/>
          </p:cNvSpPr>
          <p:nvPr>
            <p:ph type="body" sz="quarter" idx="34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0" name="Text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222800" y="2313542"/>
            <a:ext cx="7569150" cy="32047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8" name="Text 7"/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396000" y="5122242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28" name="Text 6"/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396000" y="4654128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29" name="Text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396000" y="4186011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7" name="Text 4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96000" y="3717893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9" name="Text 3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396000" y="3249776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6" name="Text 2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396000" y="2782243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5" name="Text 1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96000" y="2313543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2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7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21493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3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74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75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76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1" name="Spacing" hidden="1"/>
          <p:cNvSpPr/>
          <p:nvPr userDrawn="1"/>
        </p:nvSpPr>
        <p:spPr>
          <a:xfrm>
            <a:off x="395880" y="1511767"/>
            <a:ext cx="11399452" cy="3895508"/>
          </a:xfrm>
          <a:prstGeom prst="rect">
            <a:avLst/>
          </a:prstGeom>
          <a:solidFill>
            <a:schemeClr val="accent1"/>
          </a:solidFill>
          <a:ln w="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/>
          </a:p>
        </p:txBody>
      </p:sp>
      <p:sp>
        <p:nvSpPr>
          <p:cNvPr id="86" name="Caption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5436002"/>
            <a:ext cx="11397600" cy="9902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 marL="0" indent="0">
              <a:spcAft>
                <a:spcPts val="0"/>
              </a:spcAft>
              <a:buNone/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  <a:defRPr/>
            </a:lvl7pPr>
            <a:lvl8pPr>
              <a:spcAft>
                <a:spcPts val="0"/>
              </a:spcAft>
              <a:defRPr/>
            </a:lvl8pPr>
            <a:lvl9pPr>
              <a:spcAft>
                <a:spcPts val="0"/>
              </a:spcAft>
              <a:defRPr/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</p:txBody>
      </p:sp>
      <p:sp>
        <p:nvSpPr>
          <p:cNvPr id="100" name="Image 11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046676" y="3495677"/>
            <a:ext cx="3747600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4" name="Image 10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134151" y="4486747"/>
            <a:ext cx="1841010" cy="92006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7" name="Image 9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222402" y="4486747"/>
            <a:ext cx="1839600" cy="92006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2" name="Image 8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222402" y="2503829"/>
            <a:ext cx="3752492" cy="1910916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0" name="Image 7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95288" y="3495677"/>
            <a:ext cx="3753557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2" name="Image 6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954000" y="1511768"/>
            <a:ext cx="1839600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1" name="Image 5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046677" y="1511768"/>
            <a:ext cx="1839600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3" name="Image 4"/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6133884" y="1511768"/>
            <a:ext cx="1841010" cy="92006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4" name="Image 3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222502" y="1511768"/>
            <a:ext cx="1839600" cy="92006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8" name="Image 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308466" y="1511768"/>
            <a:ext cx="1842252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image2</a:t>
            </a:r>
          </a:p>
        </p:txBody>
      </p:sp>
      <p:sp>
        <p:nvSpPr>
          <p:cNvPr id="87" name="Image 1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96885" y="1511768"/>
            <a:ext cx="1838802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image1</a:t>
            </a:r>
          </a:p>
        </p:txBody>
      </p:sp>
      <p:sp>
        <p:nvSpPr>
          <p:cNvPr id="84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77" name="Optional chapter heading"/>
          <p:cNvSpPr>
            <a:spLocks noGrp="1"/>
          </p:cNvSpPr>
          <p:nvPr>
            <p:ph type="body" sz="quarter" idx="37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64891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 with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7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74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75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1" name="Spacing" hidden="1"/>
          <p:cNvSpPr/>
          <p:nvPr userDrawn="1"/>
        </p:nvSpPr>
        <p:spPr>
          <a:xfrm>
            <a:off x="395880" y="1511767"/>
            <a:ext cx="11399452" cy="3895508"/>
          </a:xfrm>
          <a:prstGeom prst="rect">
            <a:avLst/>
          </a:prstGeom>
          <a:solidFill>
            <a:schemeClr val="accent1"/>
          </a:solidFill>
          <a:ln w="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/>
          </a:p>
        </p:txBody>
      </p:sp>
      <p:sp>
        <p:nvSpPr>
          <p:cNvPr id="84" name="Caption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5436002"/>
            <a:ext cx="11397600" cy="9902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  <a:defRPr/>
            </a:lvl7pPr>
            <a:lvl8pPr>
              <a:spcAft>
                <a:spcPts val="0"/>
              </a:spcAft>
              <a:defRPr/>
            </a:lvl8pPr>
            <a:lvl9pPr>
              <a:spcAft>
                <a:spcPts val="0"/>
              </a:spcAft>
              <a:defRPr/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</p:txBody>
      </p:sp>
      <p:sp>
        <p:nvSpPr>
          <p:cNvPr id="92" name="Image 9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046676" y="3495677"/>
            <a:ext cx="3747600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8" name="Image 8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134151" y="3495677"/>
            <a:ext cx="1841010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0" name="Image 7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222402" y="3495677"/>
            <a:ext cx="1839600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7" name="Image 6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95288" y="3495677"/>
            <a:ext cx="3753557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7" name="Image 5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957600" y="1511768"/>
            <a:ext cx="1839600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4" name="Image 4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046677" y="1511768"/>
            <a:ext cx="1839600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0" name="Image 3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222501" y="1511768"/>
            <a:ext cx="3752659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6" name="Image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308466" y="1511768"/>
            <a:ext cx="1842252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2</a:t>
            </a: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5" name="Image 1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96885" y="1511768"/>
            <a:ext cx="1838802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3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79" name="Optional chapter heading"/>
          <p:cNvSpPr>
            <a:spLocks noGrp="1"/>
          </p:cNvSpPr>
          <p:nvPr>
            <p:ph type="body" sz="quarter" idx="37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76186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51">
          <p15:clr>
            <a:srgbClr val="A4A3A4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 with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5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5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05" name="Image 5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4619700"/>
            <a:ext cx="6062917" cy="2239123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9" name="Image 4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175" y="4619700"/>
            <a:ext cx="2995459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8" name="Image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175" y="1155600"/>
            <a:ext cx="2995717" cy="33921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6" name="Image 2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-824"/>
            <a:ext cx="2995201" cy="6858824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7" name="Image 1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175" y="0"/>
            <a:ext cx="2995717" cy="1083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11" name="Text"/>
          <p:cNvSpPr>
            <a:spLocks noGrp="1"/>
          </p:cNvSpPr>
          <p:nvPr>
            <p:ph type="body" sz="quarter" idx="20" hasCustomPrompt="1"/>
          </p:nvPr>
        </p:nvSpPr>
        <p:spPr>
          <a:xfrm>
            <a:off x="395289" y="1512000"/>
            <a:ext cx="5508000" cy="29493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55080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</a:t>
            </a:r>
          </a:p>
        </p:txBody>
      </p:sp>
      <p:sp>
        <p:nvSpPr>
          <p:cNvPr id="54" name="Optional chapter heading"/>
          <p:cNvSpPr>
            <a:spLocks noGrp="1"/>
          </p:cNvSpPr>
          <p:nvPr>
            <p:ph type="body" sz="quarter" idx="21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17897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Image 6"/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6135175" y="5776781"/>
            <a:ext cx="2995717" cy="1083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3" name="Image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175" y="2309400"/>
            <a:ext cx="2995717" cy="3393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1" name="Image 4"/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2312682"/>
            <a:ext cx="6062400" cy="45477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2" name="Image 3"/>
          <p:cNvSpPr>
            <a:spLocks noGrp="1"/>
          </p:cNvSpPr>
          <p:nvPr>
            <p:ph type="pic" sz="quarter" idx="22" hasCustomPrompt="1"/>
          </p:nvPr>
        </p:nvSpPr>
        <p:spPr bwMode="ltGray">
          <a:xfrm>
            <a:off x="9203151" y="2381"/>
            <a:ext cx="2995201" cy="685800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4" name="Image 2"/>
          <p:cNvSpPr>
            <a:spLocks noGrp="1"/>
          </p:cNvSpPr>
          <p:nvPr>
            <p:ph type="pic" sz="quarter" idx="23" hasCustomPrompt="1"/>
          </p:nvPr>
        </p:nvSpPr>
        <p:spPr bwMode="ltGray">
          <a:xfrm>
            <a:off x="6135175" y="2381"/>
            <a:ext cx="2995717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5" name="Image 1"/>
          <p:cNvSpPr>
            <a:spLocks noGrp="1"/>
          </p:cNvSpPr>
          <p:nvPr>
            <p:ph type="pic" sz="quarter" idx="24" hasCustomPrompt="1"/>
          </p:nvPr>
        </p:nvSpPr>
        <p:spPr bwMode="ltGray">
          <a:xfrm>
            <a:off x="0" y="2381"/>
            <a:ext cx="6062400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8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49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5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37" name="Slide title"/>
          <p:cNvSpPr>
            <a:spLocks noGrp="1"/>
          </p:cNvSpPr>
          <p:nvPr>
            <p:ph type="title" hasCustomPrompt="1"/>
          </p:nvPr>
        </p:nvSpPr>
        <p:spPr bwMode="auto">
          <a:xfrm>
            <a:off x="395289" y="368300"/>
            <a:ext cx="11397600" cy="1016000"/>
          </a:xfrm>
          <a:noFill/>
        </p:spPr>
        <p:txBody>
          <a:bodyPr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</p:spTree>
    <p:extLst>
      <p:ext uri="{BB962C8B-B14F-4D97-AF65-F5344CB8AC3E}">
        <p14:creationId xmlns:p14="http://schemas.microsoft.com/office/powerpoint/2010/main" val="172495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Image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203151" y="4619700"/>
            <a:ext cx="2995199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2" name="Image 6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951" y="5774400"/>
            <a:ext cx="2994942" cy="1083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5" name="Image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203151" y="1155600"/>
            <a:ext cx="2995199" cy="33921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3" name="Image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951" y="2309400"/>
            <a:ext cx="2994942" cy="3393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1" name="Image 3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0"/>
            <a:ext cx="2995201" cy="1083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4" name="Image 2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951" y="0"/>
            <a:ext cx="2994684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0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-1"/>
            <a:ext cx="6062400" cy="685800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8" name="Slide title"/>
          <p:cNvSpPr>
            <a:spLocks noGrp="1"/>
          </p:cNvSpPr>
          <p:nvPr>
            <p:ph type="title" hasCustomPrompt="1"/>
          </p:nvPr>
        </p:nvSpPr>
        <p:spPr bwMode="auto">
          <a:xfrm>
            <a:off x="395289" y="368300"/>
            <a:ext cx="11397600" cy="1016000"/>
          </a:xfrm>
          <a:noFill/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43" name="Placeholder other"/>
          <p:cNvSpPr>
            <a:spLocks noGrp="1"/>
          </p:cNvSpPr>
          <p:nvPr>
            <p:ph type="body" sz="quarter" idx="18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45" name="Placeholder confidentialty"/>
          <p:cNvSpPr>
            <a:spLocks noGrp="1"/>
          </p:cNvSpPr>
          <p:nvPr>
            <p:ph type="body" sz="quarter" idx="19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46" name="Placeholder classification"/>
          <p:cNvSpPr>
            <a:spLocks noGrp="1"/>
          </p:cNvSpPr>
          <p:nvPr>
            <p:ph type="body" sz="quarter" idx="20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278101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"/>
            <a:ext cx="12193200" cy="6858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4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3" name="Slide title"/>
          <p:cNvSpPr>
            <a:spLocks noGrp="1"/>
          </p:cNvSpPr>
          <p:nvPr>
            <p:ph type="title" hasCustomPrompt="1"/>
          </p:nvPr>
        </p:nvSpPr>
        <p:spPr bwMode="auto">
          <a:xfrm>
            <a:off x="395289" y="368300"/>
            <a:ext cx="11397600" cy="1016000"/>
          </a:xfrm>
          <a:noFill/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</p:spTree>
    <p:extLst>
      <p:ext uri="{BB962C8B-B14F-4D97-AF65-F5344CB8AC3E}">
        <p14:creationId xmlns:p14="http://schemas.microsoft.com/office/powerpoint/2010/main" val="62985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1F83C-D428-8AF7-26E4-E711A592B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895DAB-9909-F42F-1890-BAD12E90C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3F1AB-A7F1-4BDA-1369-D7FFFC541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1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51202"/>
            <a:ext cx="5508000" cy="2202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de-DE" noProof="0"/>
              <a:t>Optionale Kapitelüberschrift</a:t>
            </a:r>
          </a:p>
        </p:txBody>
      </p:sp>
      <p:sp>
        <p:nvSpPr>
          <p:cNvPr id="13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395288" y="1511301"/>
            <a:ext cx="11406187" cy="4914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noProof="0"/>
              <a:t>Inhalt oder 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MB.OS Value Stream Landscape | RD/CE | 04.2024</a:t>
            </a:r>
          </a:p>
        </p:txBody>
      </p:sp>
      <p:sp>
        <p:nvSpPr>
          <p:cNvPr id="1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84000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4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73200" y="0"/>
            <a:ext cx="936000" cy="306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5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4800" y="0"/>
            <a:ext cx="1872000" cy="306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</a:t>
            </a:r>
          </a:p>
        </p:txBody>
      </p:sp>
      <p:sp>
        <p:nvSpPr>
          <p:cNvPr id="20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8800" y="0"/>
            <a:ext cx="1872000" cy="3060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5083" y="368300"/>
            <a:ext cx="11404800" cy="1008360"/>
          </a:xfrm>
          <a:prstGeom prst="rect">
            <a:avLst/>
          </a:prstGeom>
        </p:spPr>
        <p:txBody>
          <a:bodyPr/>
          <a:lstStyle/>
          <a:p>
            <a:r>
              <a:rPr lang="de-DE"/>
              <a:t>Headline zweizeilig in CorpoA (Überschriften) 30 pt. </a:t>
            </a:r>
            <a:br>
              <a:rPr lang="de-DE"/>
            </a:br>
            <a:r>
              <a:rPr lang="de-DE"/>
              <a:t>Lorem ipsum dolor sit amet. </a:t>
            </a:r>
          </a:p>
        </p:txBody>
      </p:sp>
    </p:spTree>
    <p:extLst>
      <p:ext uri="{BB962C8B-B14F-4D97-AF65-F5344CB8AC3E}">
        <p14:creationId xmlns:p14="http://schemas.microsoft.com/office/powerpoint/2010/main" val="2583524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33">
          <p15:clr>
            <a:srgbClr val="A4A3A4"/>
          </p15:clr>
        </p15:guide>
        <p15:guide id="2" pos="251">
          <p15:clr>
            <a:srgbClr val="A4A3A4"/>
          </p15:clr>
        </p15:guide>
        <p15:guide id="3" orient="horz" pos="233">
          <p15:clr>
            <a:srgbClr val="A4A3A4"/>
          </p15:clr>
        </p15:guide>
        <p15:guide id="4" orient="horz" pos="951">
          <p15:clr>
            <a:srgbClr val="A4A3A4"/>
          </p15:clr>
        </p15:guide>
        <p15:guide id="5" orient="horz" pos="4046">
          <p15:clr>
            <a:srgbClr val="A4A3A4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Headline on two lines in </a:t>
            </a:r>
            <a:r>
              <a:rPr lang="en-US" noProof="0" err="1"/>
              <a:t>CorpoA</a:t>
            </a:r>
            <a:r>
              <a:rPr lang="en-US" noProof="0"/>
              <a:t> (Headings) 30 pt. </a:t>
            </a:r>
            <a:br>
              <a:rPr lang="en-US" noProof="0"/>
            </a:br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.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81" y="151202"/>
            <a:ext cx="5505133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199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199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7" hasCustomPrompt="1"/>
          </p:nvPr>
        </p:nvSpPr>
        <p:spPr>
          <a:xfrm>
            <a:off x="6969570" y="0"/>
            <a:ext cx="935513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</a:t>
            </a:r>
          </a:p>
        </p:txBody>
      </p:sp>
      <p:sp>
        <p:nvSpPr>
          <p:cNvPr id="9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7980643" y="0"/>
            <a:ext cx="1871026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quarter" idx="19" hasCustomPrompt="1"/>
          </p:nvPr>
        </p:nvSpPr>
        <p:spPr>
          <a:xfrm>
            <a:off x="9923631" y="0"/>
            <a:ext cx="1871026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noProof="0"/>
              <a:t>RD CC Department Introduction | July, 2023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77466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3C78815-CFE8-8CC3-7598-9D3386C5FA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8159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C78815-CFE8-8CC3-7598-9D3386C5FA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Fußzeilenplatzhal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14" name="Foliennummernplatzhalt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lientitel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 vert="horz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Headline </a:t>
            </a:r>
            <a:r>
              <a:rPr lang="en-US" noProof="0" err="1"/>
              <a:t>zweizeilig</a:t>
            </a:r>
            <a:r>
              <a:rPr lang="en-US" noProof="0"/>
              <a:t> in </a:t>
            </a:r>
            <a:r>
              <a:rPr lang="en-US" noProof="0" err="1"/>
              <a:t>Corpo</a:t>
            </a:r>
            <a:r>
              <a:rPr lang="en-US" noProof="0"/>
              <a:t> A Title Condensed in 36 pt. </a:t>
            </a:r>
            <a:br>
              <a:rPr lang="en-US" noProof="0"/>
            </a:br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.</a:t>
            </a:r>
          </a:p>
        </p:txBody>
      </p:sp>
      <p:sp>
        <p:nvSpPr>
          <p:cNvPr id="11" name="Optionale Kapitelüberschrift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1846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Optionale Kapitelüberschrift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B1D231D-6021-4E27-AB53-4CA6688AB9E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3699" y="1511300"/>
            <a:ext cx="11401425" cy="491648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picture containing black, darkness&#10;&#10;Description automatically generated">
            <a:extLst>
              <a:ext uri="{FF2B5EF4-FFF2-40B4-BE49-F238E27FC236}">
                <a16:creationId xmlns:a16="http://schemas.microsoft.com/office/drawing/2014/main" id="{E295C586-4E06-ECCF-B177-65849B71466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93699" y="6538539"/>
            <a:ext cx="1240355" cy="238530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4C3E65D2-F889-D1A8-1EED-DC59FE6B80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18765" y="0"/>
            <a:ext cx="5673234" cy="6858000"/>
          </a:xfrm>
          <a:prstGeom prst="rect">
            <a:avLst/>
          </a:prstGeom>
          <a:noFill/>
        </p:spPr>
      </p:pic>
      <p:sp>
        <p:nvSpPr>
          <p:cNvPr id="44" name="Rechteck 43">
            <a:extLst>
              <a:ext uri="{FF2B5EF4-FFF2-40B4-BE49-F238E27FC236}">
                <a16:creationId xmlns:a16="http://schemas.microsoft.com/office/drawing/2014/main" id="{55EB7AA4-9527-32D8-6654-1105854B01ED}"/>
              </a:ext>
            </a:extLst>
          </p:cNvPr>
          <p:cNvSpPr>
            <a:spLocks/>
          </p:cNvSpPr>
          <p:nvPr userDrawn="1"/>
        </p:nvSpPr>
        <p:spPr>
          <a:xfrm>
            <a:off x="6518764" y="0"/>
            <a:ext cx="5673235" cy="6858000"/>
          </a:xfrm>
          <a:prstGeom prst="rect">
            <a:avLst/>
          </a:prstGeom>
          <a:gradFill>
            <a:gsLst>
              <a:gs pos="24000">
                <a:schemeClr val="bg1"/>
              </a:gs>
              <a:gs pos="63000">
                <a:schemeClr val="bg1">
                  <a:alpha val="8300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rgbClr val="000000"/>
              </a:solidFill>
              <a:latin typeface="MB Corpo S Text Office Light"/>
            </a:endParaRPr>
          </a:p>
        </p:txBody>
      </p:sp>
    </p:spTree>
    <p:extLst>
      <p:ext uri="{BB962C8B-B14F-4D97-AF65-F5344CB8AC3E}">
        <p14:creationId xmlns:p14="http://schemas.microsoft.com/office/powerpoint/2010/main" val="8211563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0_MBCC P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761252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GB" noProof="0"/>
              <a:t>Headline on two lines in </a:t>
            </a:r>
            <a:r>
              <a:rPr lang="en-GB" noProof="0" err="1"/>
              <a:t>CorpoA</a:t>
            </a:r>
            <a:r>
              <a:rPr lang="en-GB" noProof="0"/>
              <a:t> (Headings) 30 pt. </a:t>
            </a:r>
            <a:br>
              <a:rPr lang="en-GB" noProof="0"/>
            </a:br>
            <a:r>
              <a:rPr lang="en-GB" noProof="0"/>
              <a:t>Lorem ipsum </a:t>
            </a:r>
            <a:r>
              <a:rPr lang="en-GB" noProof="0" err="1"/>
              <a:t>dolor</a:t>
            </a:r>
            <a:r>
              <a:rPr lang="en-GB" noProof="0"/>
              <a:t> sit </a:t>
            </a:r>
            <a:r>
              <a:rPr lang="en-GB" noProof="0" err="1"/>
              <a:t>amet</a:t>
            </a:r>
            <a:r>
              <a:rPr lang="en-GB" noProof="0"/>
              <a:t>.</a:t>
            </a:r>
            <a:endParaRPr lang="en-GB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rtl="0">
              <a:defRPr/>
            </a:lvl1pPr>
          </a:lstStyle>
          <a:p>
            <a:fld id="{AD1D1349-391B-44DC-865F-5996B3E40F2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84458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146400" y="6552000"/>
            <a:ext cx="78480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RSE Store-Based SOTA Solution | 2023.06</a:t>
            </a: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11467951" y="6552000"/>
            <a:ext cx="323999" cy="306000"/>
          </a:xfrm>
          <a:prstGeom prst="rect">
            <a:avLst/>
          </a:prstGeom>
        </p:spPr>
        <p:txBody>
          <a:bodyPr/>
          <a:lstStyle/>
          <a:p>
            <a:fld id="{237D9DB4-8E2F-4AF1-A949-18BCABF66ED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967132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tandard no claim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0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1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6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121932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5" name="Additional text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5286" y="5070362"/>
            <a:ext cx="9396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4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395286" y="3848402"/>
            <a:ext cx="9396000" cy="1044000"/>
          </a:xfrm>
        </p:spPr>
        <p:txBody>
          <a:bodyPr/>
          <a:lstStyle>
            <a:lvl1pPr>
              <a:lnSpc>
                <a:spcPct val="100000"/>
              </a:lnSpc>
              <a:defRPr sz="3600" baseline="0"/>
            </a:lvl1pPr>
          </a:lstStyle>
          <a:p>
            <a:r>
              <a:rPr lang="en-US" noProof="0"/>
              <a:t>Presentation title in 36 pt on one line.</a:t>
            </a:r>
            <a:br>
              <a:rPr lang="en-US" noProof="0"/>
            </a:br>
            <a:r>
              <a:rPr lang="en-US" noProof="0"/>
              <a:t>Second line possible.</a:t>
            </a:r>
          </a:p>
        </p:txBody>
      </p:sp>
    </p:spTree>
    <p:extLst>
      <p:ext uri="{BB962C8B-B14F-4D97-AF65-F5344CB8AC3E}">
        <p14:creationId xmlns:p14="http://schemas.microsoft.com/office/powerpoint/2010/main" val="2036046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// Splitted image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79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1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2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5" name="Left 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248" y="313201"/>
            <a:ext cx="512389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7" name="Right image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5199146" y="313200"/>
            <a:ext cx="70009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5" name="Additional text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5286" y="5070362"/>
            <a:ext cx="9396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4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396000" y="3848402"/>
            <a:ext cx="9396000" cy="1044000"/>
          </a:xfrm>
        </p:spPr>
        <p:txBody>
          <a:bodyPr/>
          <a:lstStyle>
            <a:lvl1pPr>
              <a:lnSpc>
                <a:spcPct val="100000"/>
              </a:lnSpc>
              <a:defRPr sz="3600" baseline="0"/>
            </a:lvl1pPr>
          </a:lstStyle>
          <a:p>
            <a:r>
              <a:rPr lang="en-US" noProof="0"/>
              <a:t>Presentation title in 36 pt on one line.</a:t>
            </a:r>
            <a:br>
              <a:rPr lang="en-US" noProof="0"/>
            </a:br>
            <a:r>
              <a:rPr lang="en-US" noProof="0"/>
              <a:t>Second line possible.</a:t>
            </a:r>
          </a:p>
        </p:txBody>
      </p:sp>
    </p:spTree>
    <p:extLst>
      <p:ext uri="{BB962C8B-B14F-4D97-AF65-F5344CB8AC3E}">
        <p14:creationId xmlns:p14="http://schemas.microsoft.com/office/powerpoint/2010/main" val="1117174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// 3 images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2" name="Right image"/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178000" y="313201"/>
            <a:ext cx="40140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1" name="Center image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090756" y="313201"/>
            <a:ext cx="40140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" name="Left 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13201"/>
            <a:ext cx="4014000" cy="3405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5" name="Additional text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5286" y="5070362"/>
            <a:ext cx="9396000" cy="75600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4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395286" y="3848402"/>
            <a:ext cx="9396000" cy="1044000"/>
          </a:xfrm>
        </p:spPr>
        <p:txBody>
          <a:bodyPr/>
          <a:lstStyle>
            <a:lvl1pPr>
              <a:lnSpc>
                <a:spcPct val="100000"/>
              </a:lnSpc>
              <a:defRPr sz="3600" baseline="0"/>
            </a:lvl1pPr>
          </a:lstStyle>
          <a:p>
            <a:r>
              <a:rPr lang="en-US" noProof="0"/>
              <a:t>Presentation title in 36 pt on one line.</a:t>
            </a:r>
            <a:br>
              <a:rPr lang="en-US" noProof="0"/>
            </a:br>
            <a:r>
              <a:rPr lang="en-US" noProof="0"/>
              <a:t>Second line possible.</a:t>
            </a:r>
          </a:p>
        </p:txBody>
      </p:sp>
    </p:spTree>
    <p:extLst>
      <p:ext uri="{BB962C8B-B14F-4D97-AF65-F5344CB8AC3E}">
        <p14:creationId xmlns:p14="http://schemas.microsoft.com/office/powerpoint/2010/main" val="4236195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// Centred image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6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133600" y="0"/>
            <a:ext cx="7622653" cy="685800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endParaRPr lang="en-US" noProof="0"/>
          </a:p>
          <a:p>
            <a:endParaRPr lang="en-US" noProof="0"/>
          </a:p>
          <a:p>
            <a:br>
              <a:rPr lang="en-US" noProof="0"/>
            </a:br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5" name="Additional text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396000" y="1671105"/>
            <a:ext cx="5752126" cy="636990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4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396000" y="441324"/>
            <a:ext cx="5752126" cy="114232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Presentation title in 36 pt on two lines.</a:t>
            </a:r>
          </a:p>
        </p:txBody>
      </p:sp>
    </p:spTree>
    <p:extLst>
      <p:ext uri="{BB962C8B-B14F-4D97-AF65-F5344CB8AC3E}">
        <p14:creationId xmlns:p14="http://schemas.microsoft.com/office/powerpoint/2010/main" val="804858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// Multipicture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4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5" name="Image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4800490" cy="3524588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39" name="Image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128882" y="3587286"/>
            <a:ext cx="6722856" cy="3269573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1" name="Image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858692" y="1286288"/>
            <a:ext cx="2995717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5" name="Additional text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074799" y="2382180"/>
            <a:ext cx="3713976" cy="67468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600"/>
            </a:lvl1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5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8075613" y="1138422"/>
            <a:ext cx="3713162" cy="122256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Presentation title in 36 pt on two lines.</a:t>
            </a:r>
          </a:p>
        </p:txBody>
      </p:sp>
    </p:spTree>
    <p:extLst>
      <p:ext uri="{BB962C8B-B14F-4D97-AF65-F5344CB8AC3E}">
        <p14:creationId xmlns:p14="http://schemas.microsoft.com/office/powerpoint/2010/main" val="24719743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pos="5082">
          <p15:clr>
            <a:srgbClr val="A4A3A4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// Image left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0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-1"/>
            <a:ext cx="7463399" cy="6858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9" name="Additional text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074799" y="2382180"/>
            <a:ext cx="3713976" cy="67468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600"/>
            </a:lvl1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0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8075613" y="1138422"/>
            <a:ext cx="3713162" cy="122256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Presentation title in 36 pt on two lines.</a:t>
            </a:r>
          </a:p>
        </p:txBody>
      </p:sp>
    </p:spTree>
    <p:extLst>
      <p:ext uri="{BB962C8B-B14F-4D97-AF65-F5344CB8AC3E}">
        <p14:creationId xmlns:p14="http://schemas.microsoft.com/office/powerpoint/2010/main" val="3218716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5087">
          <p15:clr>
            <a:srgbClr val="A4A3A4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// Video left"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 with Mercedes star and word mark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" y="0"/>
            <a:ext cx="12193521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3" name="Video"/>
          <p:cNvSpPr>
            <a:spLocks noGrp="1"/>
          </p:cNvSpPr>
          <p:nvPr>
            <p:ph type="media" sz="quarter" idx="21"/>
          </p:nvPr>
        </p:nvSpPr>
        <p:spPr>
          <a:xfrm>
            <a:off x="400050" y="0"/>
            <a:ext cx="7462800" cy="6858000"/>
          </a:xfrm>
          <a:solidFill>
            <a:schemeClr val="bg1">
              <a:lumMod val="85000"/>
              <a:lumOff val="1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video</a:t>
            </a:r>
          </a:p>
        </p:txBody>
      </p:sp>
      <p:sp>
        <p:nvSpPr>
          <p:cNvPr id="9" name="Additional text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8074799" y="2382180"/>
            <a:ext cx="3713976" cy="674687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600"/>
            </a:lvl1pPr>
          </a:lstStyle>
          <a:p>
            <a:pPr lvl="0"/>
            <a:r>
              <a:rPr lang="en-US" noProof="0"/>
              <a:t>Additional text for presentation 16 pt </a:t>
            </a:r>
            <a:br>
              <a:rPr lang="en-US" noProof="0"/>
            </a:br>
            <a:r>
              <a:rPr lang="en-US" noProof="0"/>
              <a:t>Speaker, department, place, date</a:t>
            </a:r>
          </a:p>
        </p:txBody>
      </p:sp>
      <p:sp>
        <p:nvSpPr>
          <p:cNvPr id="10" name="Title"/>
          <p:cNvSpPr>
            <a:spLocks noGrp="1"/>
          </p:cNvSpPr>
          <p:nvPr>
            <p:ph type="ctrTitle" hasCustomPrompt="1"/>
          </p:nvPr>
        </p:nvSpPr>
        <p:spPr bwMode="white">
          <a:xfrm>
            <a:off x="8075613" y="1138422"/>
            <a:ext cx="3713162" cy="1222563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Presentation title in 36 pt on two lines.</a:t>
            </a:r>
          </a:p>
        </p:txBody>
      </p:sp>
    </p:spTree>
    <p:extLst>
      <p:ext uri="{BB962C8B-B14F-4D97-AF65-F5344CB8AC3E}">
        <p14:creationId xmlns:p14="http://schemas.microsoft.com/office/powerpoint/2010/main" val="3065328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5087">
          <p15:clr>
            <a:srgbClr val="A4A3A4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5" name="Content"/>
          <p:cNvSpPr>
            <a:spLocks noGrp="1"/>
          </p:cNvSpPr>
          <p:nvPr>
            <p:ph sz="quarter" idx="14" hasCustomPrompt="1"/>
          </p:nvPr>
        </p:nvSpPr>
        <p:spPr>
          <a:xfrm>
            <a:off x="395287" y="1511301"/>
            <a:ext cx="113976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11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2E524F-090F-492D-AEC8-EEABAC3FF7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53" b="89573" l="1705" r="21395">
                        <a14:foregroundMark x1="14922" y1="32464" x2="14922" y2="324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0408"/>
          <a:stretch/>
        </p:blipFill>
        <p:spPr>
          <a:xfrm>
            <a:off x="11174678" y="5942056"/>
            <a:ext cx="676649" cy="5648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0218E9-C22D-4515-B7E3-124C68DBEF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315" b="97238" l="4891" r="97283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81517" y="5942056"/>
            <a:ext cx="537965" cy="52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341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Standar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0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31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3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9" name="Description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6030980"/>
            <a:ext cx="113976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Description in Corpo S Text Light 16 pt.</a:t>
            </a:r>
          </a:p>
        </p:txBody>
      </p:sp>
      <p:sp>
        <p:nvSpPr>
          <p:cNvPr id="15" name="Content"/>
          <p:cNvSpPr>
            <a:spLocks noGrp="1"/>
          </p:cNvSpPr>
          <p:nvPr>
            <p:ph sz="quarter" idx="14" hasCustomPrompt="1"/>
          </p:nvPr>
        </p:nvSpPr>
        <p:spPr>
          <a:xfrm>
            <a:off x="395287" y="1511301"/>
            <a:ext cx="11397600" cy="440689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4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2457595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7" name="Content right"/>
          <p:cNvSpPr>
            <a:spLocks noGrp="1"/>
          </p:cNvSpPr>
          <p:nvPr>
            <p:ph sz="quarter" idx="20" hasCustomPrompt="1"/>
          </p:nvPr>
        </p:nvSpPr>
        <p:spPr>
          <a:xfrm>
            <a:off x="6211276" y="1511301"/>
            <a:ext cx="55800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5" name="Content left"/>
          <p:cNvSpPr>
            <a:spLocks noGrp="1"/>
          </p:cNvSpPr>
          <p:nvPr>
            <p:ph sz="quarter" idx="14" hasCustomPrompt="1"/>
          </p:nvPr>
        </p:nvSpPr>
        <p:spPr>
          <a:xfrm>
            <a:off x="395287" y="1511301"/>
            <a:ext cx="55800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935324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4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5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7" name="Content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1511300"/>
            <a:ext cx="11397600" cy="4140000"/>
          </a:xfrm>
        </p:spPr>
        <p:txBody>
          <a:bodyPr numCol="2" spcCol="244765"/>
          <a:lstStyle>
            <a:lvl1pPr marL="431939" indent="-431939">
              <a:buFont typeface="+mj-lt"/>
              <a:buAutoNum type="arabicPeriod"/>
              <a:defRPr baseline="0"/>
            </a:lvl1pPr>
            <a:lvl2pPr marL="863878" indent="-431939">
              <a:buFont typeface="+mj-lt"/>
              <a:buAutoNum type="alphaLcPeriod"/>
              <a:defRPr/>
            </a:lvl2pPr>
            <a:lvl3pPr marL="863878" indent="-431939">
              <a:buFont typeface="+mj-lt"/>
              <a:buAutoNum type="alphaLcPeriod"/>
              <a:defRPr sz="2000"/>
            </a:lvl3pPr>
            <a:lvl4pPr marL="863878" indent="-431939">
              <a:buFont typeface="+mj-lt"/>
              <a:buAutoNum type="alphaLcPeriod"/>
              <a:defRPr sz="2000"/>
            </a:lvl4pPr>
            <a:lvl5pPr marL="863878" indent="-431939">
              <a:buFont typeface="+mj-lt"/>
              <a:buAutoNum type="alphaLcPeriod"/>
              <a:defRPr sz="2000"/>
            </a:lvl5pPr>
            <a:lvl6pPr marL="863878" indent="-431939">
              <a:buFont typeface="+mj-lt"/>
              <a:buAutoNum type="alphaLcPeriod"/>
              <a:defRPr sz="2000"/>
            </a:lvl6pPr>
            <a:lvl7pPr marL="863878" indent="-431939">
              <a:buFont typeface="+mj-lt"/>
              <a:buAutoNum type="alphaLcPeriod"/>
              <a:defRPr sz="2000"/>
            </a:lvl7pPr>
            <a:lvl8pPr marL="863878" indent="-431939">
              <a:buFont typeface="+mj-lt"/>
              <a:buAutoNum type="alphaLcPeriod"/>
              <a:defRPr sz="2000"/>
            </a:lvl8pPr>
            <a:lvl9pPr marL="863878" indent="-431939">
              <a:buFont typeface="+mj-lt"/>
              <a:buAutoNum type="alphaLcPeriod"/>
              <a:defRPr sz="2000"/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2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6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324669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A4A3A4"/>
          </p15:clr>
        </p15:guide>
        <p15:guide id="4" orient="horz" pos="951">
          <p15:clr>
            <a:srgbClr val="A4A3A4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Headline on on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4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5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8" name="Content"/>
          <p:cNvSpPr>
            <a:spLocks noGrp="1"/>
          </p:cNvSpPr>
          <p:nvPr>
            <p:ph sz="quarter" idx="14" hasCustomPrompt="1"/>
          </p:nvPr>
        </p:nvSpPr>
        <p:spPr>
          <a:xfrm>
            <a:off x="395287" y="1511301"/>
            <a:ext cx="11397600" cy="4914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5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6660" cy="100836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 noProof="0"/>
              <a:t>Headline on one line in Corpo A Title Cond. in 48 pt.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2206280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7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8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9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0" name="Table caption"/>
          <p:cNvSpPr>
            <a:spLocks noGrp="1"/>
          </p:cNvSpPr>
          <p:nvPr>
            <p:ph type="body" sz="quarter" idx="22" hasCustomPrompt="1"/>
          </p:nvPr>
        </p:nvSpPr>
        <p:spPr>
          <a:xfrm>
            <a:off x="396000" y="5327650"/>
            <a:ext cx="11397600" cy="1098551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 baseline="0"/>
            </a:lvl1pPr>
            <a:lvl2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600"/>
            </a:lvl2pPr>
            <a:lvl3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600"/>
            </a:lvl3pPr>
            <a:lvl4pPr marL="285750" indent="-285750">
              <a:spcAft>
                <a:spcPts val="0"/>
              </a:spcAft>
              <a:buFont typeface="Arial" panose="020B0604020202020204" pitchFamily="34" charset="0"/>
              <a:buChar char="•"/>
              <a:defRPr sz="1500"/>
            </a:lvl4pPr>
            <a:lvl5pPr marL="0" indent="0">
              <a:spcAft>
                <a:spcPts val="0"/>
              </a:spcAft>
              <a:buNone/>
              <a:defRPr sz="1500"/>
            </a:lvl5pPr>
            <a:lvl6pPr marL="0" indent="0">
              <a:spcAft>
                <a:spcPts val="0"/>
              </a:spcAft>
              <a:buNone/>
              <a:defRPr sz="1500"/>
            </a:lvl6pPr>
            <a:lvl7pPr marL="0" indent="0">
              <a:spcAft>
                <a:spcPts val="0"/>
              </a:spcAft>
              <a:buNone/>
              <a:defRPr sz="1500"/>
            </a:lvl7pPr>
            <a:lvl8pPr marL="0" indent="0">
              <a:spcAft>
                <a:spcPts val="0"/>
              </a:spcAft>
              <a:buNone/>
              <a:defRPr sz="1500"/>
            </a:lvl8pPr>
            <a:lvl9pPr marL="0" indent="0"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Table placeholder"/>
          <p:cNvSpPr>
            <a:spLocks noGrp="1"/>
          </p:cNvSpPr>
          <p:nvPr>
            <p:ph type="tbl" sz="quarter" idx="20" hasCustomPrompt="1"/>
          </p:nvPr>
        </p:nvSpPr>
        <p:spPr bwMode="ltGray">
          <a:xfrm>
            <a:off x="396000" y="2484000"/>
            <a:ext cx="11397600" cy="2700000"/>
          </a:xfrm>
          <a:solidFill>
            <a:schemeClr val="bg1">
              <a:lumMod val="85000"/>
              <a:lumOff val="15000"/>
            </a:schemeClr>
          </a:solidFill>
        </p:spPr>
        <p:txBody>
          <a:bodyPr/>
          <a:lstStyle>
            <a:lvl1pPr algn="ctr"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table</a:t>
            </a:r>
          </a:p>
        </p:txBody>
      </p:sp>
      <p:sp>
        <p:nvSpPr>
          <p:cNvPr id="19" name="Table header"/>
          <p:cNvSpPr>
            <a:spLocks noGrp="1"/>
          </p:cNvSpPr>
          <p:nvPr>
            <p:ph type="body" sz="quarter" idx="21" hasCustomPrompt="1"/>
          </p:nvPr>
        </p:nvSpPr>
        <p:spPr>
          <a:xfrm>
            <a:off x="396000" y="1957137"/>
            <a:ext cx="11397600" cy="274864"/>
          </a:xfrm>
        </p:spPr>
        <p:txBody>
          <a:bodyPr/>
          <a:lstStyle>
            <a:lvl1pPr>
              <a:spcAft>
                <a:spcPts val="0"/>
              </a:spcAft>
              <a:defRPr b="1" baseline="0">
                <a:latin typeface="MB Corpo S Text Office" panose="020B0504050000000004" pitchFamily="34" charset="0"/>
              </a:defRPr>
            </a:lvl1pPr>
            <a:lvl2pPr marL="0" indent="0">
              <a:spcAft>
                <a:spcPts val="0"/>
              </a:spcAft>
              <a:buNone/>
              <a:defRPr sz="2000" b="1"/>
            </a:lvl2pPr>
            <a:lvl3pPr marL="0" indent="0">
              <a:spcAft>
                <a:spcPts val="0"/>
              </a:spcAft>
              <a:buNone/>
              <a:defRPr sz="2000" b="1"/>
            </a:lvl3pPr>
            <a:lvl4pPr marL="0" indent="0">
              <a:spcAft>
                <a:spcPts val="0"/>
              </a:spcAft>
              <a:buNone/>
              <a:defRPr sz="2000" b="1"/>
            </a:lvl4pPr>
            <a:lvl5pPr marL="0" indent="0">
              <a:spcAft>
                <a:spcPts val="0"/>
              </a:spcAft>
              <a:buNone/>
              <a:defRPr sz="2000" b="1"/>
            </a:lvl5pPr>
            <a:lvl6pPr marL="0" indent="0">
              <a:spcAft>
                <a:spcPts val="0"/>
              </a:spcAft>
              <a:buNone/>
              <a:defRPr sz="2000" b="1"/>
            </a:lvl6pPr>
            <a:lvl7pPr marL="0" indent="0">
              <a:spcAft>
                <a:spcPts val="0"/>
              </a:spcAft>
              <a:buNone/>
              <a:defRPr sz="2000" b="1"/>
            </a:lvl7pPr>
            <a:lvl8pPr marL="0" indent="0">
              <a:spcAft>
                <a:spcPts val="0"/>
              </a:spcAft>
              <a:buNone/>
              <a:defRPr sz="2000" b="1"/>
            </a:lvl8pPr>
            <a:lvl9pPr marL="0" indent="0">
              <a:spcAft>
                <a:spcPts val="0"/>
              </a:spcAft>
              <a:buNone/>
              <a:defRPr sz="2000" b="1"/>
            </a:lvl9pPr>
          </a:lstStyle>
          <a:p>
            <a:pPr lvl="0"/>
            <a:r>
              <a:rPr lang="en-US" noProof="0"/>
              <a:t>Insert table heading in Corpo S Text Bold in 20 pt. 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0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3162877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inden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5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6" name="Content"/>
          <p:cNvSpPr>
            <a:spLocks noGrp="1"/>
          </p:cNvSpPr>
          <p:nvPr>
            <p:ph sz="quarter" idx="20" hasCustomPrompt="1"/>
          </p:nvPr>
        </p:nvSpPr>
        <p:spPr>
          <a:xfrm>
            <a:off x="1485900" y="2249431"/>
            <a:ext cx="8505825" cy="3884669"/>
          </a:xfrm>
        </p:spPr>
        <p:txBody>
          <a:bodyPr/>
          <a:lstStyle/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3" name="Slide title"/>
          <p:cNvSpPr>
            <a:spLocks noGrp="1"/>
          </p:cNvSpPr>
          <p:nvPr>
            <p:ph type="title" hasCustomPrompt="1"/>
          </p:nvPr>
        </p:nvSpPr>
        <p:spPr>
          <a:xfrm>
            <a:off x="1486385" y="1070548"/>
            <a:ext cx="850534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Cond.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0886545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cent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5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6" name="Content"/>
          <p:cNvSpPr>
            <a:spLocks noGrp="1"/>
          </p:cNvSpPr>
          <p:nvPr>
            <p:ph sz="quarter" idx="20" hasCustomPrompt="1"/>
          </p:nvPr>
        </p:nvSpPr>
        <p:spPr>
          <a:xfrm>
            <a:off x="1879554" y="1690388"/>
            <a:ext cx="8432892" cy="4709212"/>
          </a:xfrm>
        </p:spPr>
        <p:txBody>
          <a:bodyPr/>
          <a:lstStyle/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3" name="Slide title"/>
          <p:cNvSpPr>
            <a:spLocks noGrp="1"/>
          </p:cNvSpPr>
          <p:nvPr>
            <p:ph type="title" hasCustomPrompt="1"/>
          </p:nvPr>
        </p:nvSpPr>
        <p:spPr>
          <a:xfrm>
            <a:off x="1879554" y="465439"/>
            <a:ext cx="8432892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Cond.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490867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standard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4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5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5" name="Content"/>
          <p:cNvSpPr>
            <a:spLocks noGrp="1"/>
          </p:cNvSpPr>
          <p:nvPr>
            <p:ph sz="quarter" idx="14" hasCustomPrompt="1"/>
          </p:nvPr>
        </p:nvSpPr>
        <p:spPr bwMode="ltGray">
          <a:xfrm>
            <a:off x="395288" y="1511301"/>
            <a:ext cx="11399837" cy="4914900"/>
          </a:xfrm>
          <a:solidFill>
            <a:schemeClr val="bg1"/>
          </a:solidFill>
        </p:spPr>
        <p:txBody>
          <a:bodyPr lIns="72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5942037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4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5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3" name="Content"/>
          <p:cNvSpPr>
            <a:spLocks noGrp="1"/>
          </p:cNvSpPr>
          <p:nvPr>
            <p:ph sz="quarter" idx="14" hasCustomPrompt="1"/>
          </p:nvPr>
        </p:nvSpPr>
        <p:spPr>
          <a:xfrm>
            <a:off x="1427737" y="3127155"/>
            <a:ext cx="4643717" cy="2016345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Slide title"/>
          <p:cNvSpPr>
            <a:spLocks noGrp="1"/>
          </p:cNvSpPr>
          <p:nvPr>
            <p:ph type="title" hasCustomPrompt="1"/>
          </p:nvPr>
        </p:nvSpPr>
        <p:spPr>
          <a:xfrm>
            <a:off x="1427737" y="1509713"/>
            <a:ext cx="4643717" cy="1008360"/>
          </a:xfrm>
        </p:spPr>
        <p:txBody>
          <a:bodyPr/>
          <a:lstStyle>
            <a:lvl1pPr>
              <a:defRPr sz="4800" baseline="0"/>
            </a:lvl1pPr>
          </a:lstStyle>
          <a:p>
            <a:r>
              <a:rPr lang="en-US" noProof="0"/>
              <a:t>Agenda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912136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// Text on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4" name="Image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rgbClr val="9F0002"/>
          </a:solidFill>
        </p:spPr>
        <p:txBody>
          <a:bodyPr/>
          <a:lstStyle>
            <a:lvl1pPr algn="ctr">
              <a:defRPr baseline="0"/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Insert optional background image</a:t>
            </a:r>
          </a:p>
        </p:txBody>
      </p:sp>
      <p:sp>
        <p:nvSpPr>
          <p:cNvPr id="12" name="Content"/>
          <p:cNvSpPr>
            <a:spLocks noGrp="1"/>
          </p:cNvSpPr>
          <p:nvPr>
            <p:ph type="body" sz="quarter" idx="12" hasCustomPrompt="1"/>
          </p:nvPr>
        </p:nvSpPr>
        <p:spPr>
          <a:xfrm>
            <a:off x="398463" y="4643438"/>
            <a:ext cx="5802312" cy="1095375"/>
          </a:xfrm>
        </p:spPr>
        <p:txBody>
          <a:bodyPr/>
          <a:lstStyle>
            <a:lvl1pPr>
              <a:defRPr sz="1600">
                <a:solidFill>
                  <a:srgbClr val="FFFFFF"/>
                </a:solidFill>
              </a:defRPr>
            </a:lvl1pPr>
            <a:lvl2pPr>
              <a:defRPr sz="1600">
                <a:solidFill>
                  <a:srgbClr val="FFFFFF"/>
                </a:solidFill>
              </a:defRPr>
            </a:lvl2pPr>
            <a:lvl3pPr>
              <a:defRPr sz="1600">
                <a:solidFill>
                  <a:srgbClr val="FFFFFF"/>
                </a:solidFill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Slide title"/>
          <p:cNvSpPr>
            <a:spLocks noGrp="1"/>
          </p:cNvSpPr>
          <p:nvPr>
            <p:ph type="title" hasCustomPrompt="1"/>
          </p:nvPr>
        </p:nvSpPr>
        <p:spPr>
          <a:xfrm>
            <a:off x="398464" y="3447420"/>
            <a:ext cx="5803088" cy="1008360"/>
          </a:xfrm>
        </p:spPr>
        <p:txBody>
          <a:bodyPr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Headline on two lines in Corpo A Title Condensed 36 pt.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48235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// Black box on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4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2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"/>
            <a:ext cx="12193200" cy="6858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" name="Black box"/>
          <p:cNvSpPr/>
          <p:nvPr userDrawn="1"/>
        </p:nvSpPr>
        <p:spPr bwMode="ltGray">
          <a:xfrm rot="10800000">
            <a:off x="396000" y="360000"/>
            <a:ext cx="3873737" cy="3142158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16" name="Content"/>
          <p:cNvSpPr>
            <a:spLocks noGrp="1"/>
          </p:cNvSpPr>
          <p:nvPr>
            <p:ph type="body" sz="quarter" idx="20" hasCustomPrompt="1"/>
          </p:nvPr>
        </p:nvSpPr>
        <p:spPr>
          <a:xfrm>
            <a:off x="862746" y="2271842"/>
            <a:ext cx="2889389" cy="899983"/>
          </a:xfrm>
        </p:spPr>
        <p:txBody>
          <a:bodyPr/>
          <a:lstStyle>
            <a:lvl1pPr>
              <a:defRPr sz="1600">
                <a:solidFill>
                  <a:srgbClr val="FFFFFF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</a:t>
            </a:r>
          </a:p>
        </p:txBody>
      </p:sp>
      <p:sp>
        <p:nvSpPr>
          <p:cNvPr id="14" name="Slide title"/>
          <p:cNvSpPr>
            <a:spLocks noGrp="1"/>
          </p:cNvSpPr>
          <p:nvPr>
            <p:ph type="title" hasCustomPrompt="1"/>
          </p:nvPr>
        </p:nvSpPr>
        <p:spPr bwMode="ltGray">
          <a:xfrm>
            <a:off x="862746" y="790574"/>
            <a:ext cx="2889389" cy="1006364"/>
          </a:xfrm>
        </p:spPr>
        <p:txBody>
          <a:bodyPr/>
          <a:lstStyle>
            <a:lvl1pPr>
              <a:defRPr sz="3600" baseline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Headline</a:t>
            </a:r>
            <a:br>
              <a:rPr lang="en-US" noProof="0"/>
            </a:br>
            <a:r>
              <a:rPr lang="en-US" noProof="0"/>
              <a:t>two lines in 36pt. </a:t>
            </a:r>
          </a:p>
        </p:txBody>
      </p:sp>
    </p:spTree>
    <p:extLst>
      <p:ext uri="{BB962C8B-B14F-4D97-AF65-F5344CB8AC3E}">
        <p14:creationId xmlns:p14="http://schemas.microsoft.com/office/powerpoint/2010/main" val="2787514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8">
          <p15:clr>
            <a:srgbClr val="A4A3A4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// Text on backgrou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8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9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3" name="Video" title="Videoplatzhalter"/>
          <p:cNvSpPr>
            <a:spLocks noGrp="1"/>
          </p:cNvSpPr>
          <p:nvPr>
            <p:ph type="media" sz="quarter" idx="21"/>
          </p:nvPr>
        </p:nvSpPr>
        <p:spPr>
          <a:xfrm>
            <a:off x="0" y="0"/>
            <a:ext cx="12192000" cy="6858000"/>
          </a:xfrm>
          <a:solidFill>
            <a:srgbClr val="C8C8C8"/>
          </a:solidFill>
        </p:spPr>
        <p:txBody>
          <a:bodyPr/>
          <a:lstStyle>
            <a:lvl1pPr algn="ctr">
              <a:defRPr baseline="0"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video</a:t>
            </a:r>
          </a:p>
        </p:txBody>
      </p:sp>
      <p:sp>
        <p:nvSpPr>
          <p:cNvPr id="10" name="Black box"/>
          <p:cNvSpPr/>
          <p:nvPr userDrawn="1"/>
        </p:nvSpPr>
        <p:spPr>
          <a:xfrm rot="10800000">
            <a:off x="393700" y="366713"/>
            <a:ext cx="3873737" cy="3142158"/>
          </a:xfrm>
          <a:prstGeom prst="flowChartProcess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/>
          </a:p>
        </p:txBody>
      </p:sp>
      <p:sp>
        <p:nvSpPr>
          <p:cNvPr id="16" name="Content"/>
          <p:cNvSpPr>
            <a:spLocks noGrp="1"/>
          </p:cNvSpPr>
          <p:nvPr>
            <p:ph type="body" sz="quarter" idx="20" hasCustomPrompt="1"/>
          </p:nvPr>
        </p:nvSpPr>
        <p:spPr bwMode="ltGray">
          <a:xfrm>
            <a:off x="862746" y="2271842"/>
            <a:ext cx="2889389" cy="899983"/>
          </a:xfrm>
        </p:spPr>
        <p:txBody>
          <a:bodyPr/>
          <a:lstStyle>
            <a:lvl1pPr>
              <a:defRPr sz="1600">
                <a:solidFill>
                  <a:srgbClr val="FFFFFF"/>
                </a:solidFill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</a:t>
            </a:r>
          </a:p>
        </p:txBody>
      </p:sp>
      <p:sp>
        <p:nvSpPr>
          <p:cNvPr id="14" name="Slide title"/>
          <p:cNvSpPr>
            <a:spLocks noGrp="1"/>
          </p:cNvSpPr>
          <p:nvPr>
            <p:ph type="title" hasCustomPrompt="1"/>
          </p:nvPr>
        </p:nvSpPr>
        <p:spPr bwMode="ltGray">
          <a:xfrm>
            <a:off x="862746" y="790574"/>
            <a:ext cx="2889389" cy="1006364"/>
          </a:xfrm>
        </p:spPr>
        <p:txBody>
          <a:bodyPr/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Headline</a:t>
            </a:r>
            <a:br>
              <a:rPr lang="en-US" noProof="0"/>
            </a:br>
            <a:r>
              <a:rPr lang="en-US" noProof="0"/>
              <a:t>two lines in 36pt. </a:t>
            </a:r>
          </a:p>
        </p:txBody>
      </p:sp>
    </p:spTree>
    <p:extLst>
      <p:ext uri="{BB962C8B-B14F-4D97-AF65-F5344CB8AC3E}">
        <p14:creationId xmlns:p14="http://schemas.microsoft.com/office/powerpoint/2010/main" val="155105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8">
          <p15:clr>
            <a:srgbClr val="A4A3A4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19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4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4" name="Image"/>
          <p:cNvSpPr>
            <a:spLocks noGrp="1"/>
          </p:cNvSpPr>
          <p:nvPr>
            <p:ph type="pic" sz="quarter" idx="10"/>
          </p:nvPr>
        </p:nvSpPr>
        <p:spPr bwMode="gray">
          <a:xfrm>
            <a:off x="5486400" y="1835150"/>
            <a:ext cx="5676900" cy="3584575"/>
          </a:xfrm>
          <a:prstGeom prst="rect">
            <a:avLst/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endParaRPr lang="en-US" noProof="1"/>
          </a:p>
          <a:p>
            <a:r>
              <a:rPr lang="en-US" noProof="1"/>
              <a:t>Insert image</a:t>
            </a:r>
          </a:p>
          <a:p>
            <a:endParaRPr lang="en-US" noProof="1"/>
          </a:p>
          <a:p>
            <a:endParaRPr lang="en-US" noProof="1"/>
          </a:p>
        </p:txBody>
      </p:sp>
      <p:pic>
        <p:nvPicPr>
          <p:cNvPr id="16" name="Notebook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87" y="1654728"/>
            <a:ext cx="6070526" cy="4204401"/>
          </a:xfrm>
          <a:prstGeom prst="rect">
            <a:avLst/>
          </a:prstGeom>
        </p:spPr>
      </p:pic>
      <p:sp>
        <p:nvSpPr>
          <p:cNvPr id="11" name="Content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3143250"/>
            <a:ext cx="3918825" cy="2781300"/>
          </a:xfrm>
        </p:spPr>
        <p:txBody>
          <a:bodyPr/>
          <a:lstStyle>
            <a:lvl1pPr>
              <a:defRPr b="0" baseline="0">
                <a:latin typeface="+mn-lt"/>
              </a:defRPr>
            </a:lvl1pPr>
          </a:lstStyle>
          <a:p>
            <a:pPr lvl="0"/>
            <a:r>
              <a:rPr lang="en-US"/>
              <a:t>Insert text </a:t>
            </a:r>
            <a:r>
              <a:rPr lang="en-US" noProof="0"/>
              <a:t>Corpo S Text Light 20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6001" y="1507329"/>
            <a:ext cx="3918824" cy="156193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48pt.</a:t>
            </a:r>
          </a:p>
        </p:txBody>
      </p:sp>
      <p:sp>
        <p:nvSpPr>
          <p:cNvPr id="25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747163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Notebo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9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30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1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1" name="Image"/>
          <p:cNvSpPr>
            <a:spLocks noGrp="1"/>
          </p:cNvSpPr>
          <p:nvPr>
            <p:ph type="pic" sz="quarter" idx="20"/>
          </p:nvPr>
        </p:nvSpPr>
        <p:spPr bwMode="gray">
          <a:xfrm>
            <a:off x="7217225" y="1524000"/>
            <a:ext cx="4086683" cy="2603499"/>
          </a:xfrm>
          <a:prstGeom prst="rect">
            <a:avLst/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23" name="Content"/>
          <p:cNvSpPr>
            <a:spLocks noGrp="1"/>
          </p:cNvSpPr>
          <p:nvPr>
            <p:ph type="body" sz="quarter" idx="22" hasCustomPrompt="1"/>
          </p:nvPr>
        </p:nvSpPr>
        <p:spPr>
          <a:xfrm>
            <a:off x="7483360" y="4867275"/>
            <a:ext cx="3554412" cy="114776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 baseline="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16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26" name="Notebook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6750" y="1365710"/>
            <a:ext cx="4376605" cy="3031204"/>
          </a:xfrm>
          <a:prstGeom prst="rect">
            <a:avLst/>
          </a:prstGeom>
        </p:spPr>
      </p:pic>
      <p:sp>
        <p:nvSpPr>
          <p:cNvPr id="20" name="Image"/>
          <p:cNvSpPr>
            <a:spLocks noGrp="1"/>
          </p:cNvSpPr>
          <p:nvPr>
            <p:ph type="pic" sz="quarter" idx="11"/>
          </p:nvPr>
        </p:nvSpPr>
        <p:spPr bwMode="gray">
          <a:xfrm>
            <a:off x="894892" y="1524000"/>
            <a:ext cx="4086683" cy="2603499"/>
          </a:xfrm>
          <a:prstGeom prst="rect">
            <a:avLst/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pic>
        <p:nvPicPr>
          <p:cNvPr id="27" name="Notebook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30" y="1365710"/>
            <a:ext cx="4376605" cy="3031204"/>
          </a:xfrm>
          <a:prstGeom prst="rect">
            <a:avLst/>
          </a:prstGeom>
        </p:spPr>
      </p:pic>
      <p:sp>
        <p:nvSpPr>
          <p:cNvPr id="22" name="Content"/>
          <p:cNvSpPr>
            <a:spLocks noGrp="1"/>
          </p:cNvSpPr>
          <p:nvPr>
            <p:ph type="body" sz="quarter" idx="21" hasCustomPrompt="1"/>
          </p:nvPr>
        </p:nvSpPr>
        <p:spPr>
          <a:xfrm>
            <a:off x="1161027" y="4867275"/>
            <a:ext cx="3554412" cy="1147763"/>
          </a:xfrm>
        </p:spPr>
        <p:txBody>
          <a:bodyPr/>
          <a:lstStyle>
            <a:lvl1pPr>
              <a:defRPr sz="1600">
                <a:latin typeface="+mn-lt"/>
              </a:defRPr>
            </a:lvl1pPr>
            <a:lvl2pPr>
              <a:defRPr sz="1600">
                <a:latin typeface="+mn-lt"/>
              </a:defRPr>
            </a:lvl2pPr>
            <a:lvl3pPr>
              <a:defRPr sz="1600" baseline="0">
                <a:latin typeface="+mn-lt"/>
              </a:defRPr>
            </a:lvl3pPr>
            <a:lvl4pPr marL="540028" indent="0">
              <a:buNone/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16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endParaRPr lang="en-US" noProof="0"/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6661" cy="527050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 noProof="0"/>
              <a:t>Headline on one line in Corpo A Title Condensed in 36 pt. </a:t>
            </a:r>
          </a:p>
        </p:txBody>
      </p:sp>
      <p:sp>
        <p:nvSpPr>
          <p:cNvPr id="32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334903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pic>
        <p:nvPicPr>
          <p:cNvPr id="3" name="Smart phon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817" y="259217"/>
            <a:ext cx="2964442" cy="6168571"/>
          </a:xfrm>
          <a:prstGeom prst="rect">
            <a:avLst/>
          </a:prstGeom>
        </p:spPr>
      </p:pic>
      <p:sp>
        <p:nvSpPr>
          <p:cNvPr id="12" name="Image"/>
          <p:cNvSpPr>
            <a:spLocks noGrp="1"/>
          </p:cNvSpPr>
          <p:nvPr>
            <p:ph type="pic" sz="quarter" idx="12"/>
          </p:nvPr>
        </p:nvSpPr>
        <p:spPr bwMode="gray">
          <a:xfrm>
            <a:off x="7340150" y="700313"/>
            <a:ext cx="2771775" cy="5329012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sp>
        <p:nvSpPr>
          <p:cNvPr id="10" name="Content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3143250"/>
            <a:ext cx="3918825" cy="2781300"/>
          </a:xfrm>
        </p:spPr>
        <p:txBody>
          <a:bodyPr/>
          <a:lstStyle>
            <a:lvl1pPr>
              <a:defRPr b="0" baseline="0">
                <a:latin typeface="+mn-lt"/>
              </a:defRPr>
            </a:lvl1pPr>
          </a:lstStyle>
          <a:p>
            <a:pPr lvl="0"/>
            <a:r>
              <a:rPr lang="en-US"/>
              <a:t>Insert text </a:t>
            </a:r>
            <a:r>
              <a:rPr lang="en-US" noProof="0"/>
              <a:t>Corpo S Text Light 20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Slide title"/>
          <p:cNvSpPr>
            <a:spLocks noGrp="1"/>
          </p:cNvSpPr>
          <p:nvPr>
            <p:ph type="title" hasCustomPrompt="1"/>
          </p:nvPr>
        </p:nvSpPr>
        <p:spPr>
          <a:xfrm>
            <a:off x="396001" y="1507329"/>
            <a:ext cx="3918824" cy="156193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48pt.</a:t>
            </a:r>
            <a:endParaRPr lang="en-US" noProof="0"/>
          </a:p>
        </p:txBody>
      </p:sp>
      <p:sp>
        <p:nvSpPr>
          <p:cNvPr id="1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671926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mart 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5" name="Smart phon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281" y="227980"/>
            <a:ext cx="3138295" cy="6534560"/>
          </a:xfrm>
          <a:prstGeom prst="rect">
            <a:avLst/>
          </a:prstGeom>
        </p:spPr>
      </p:pic>
      <p:sp>
        <p:nvSpPr>
          <p:cNvPr id="16" name="Image"/>
          <p:cNvSpPr>
            <a:spLocks noGrp="1"/>
          </p:cNvSpPr>
          <p:nvPr>
            <p:ph type="pic" sz="quarter" idx="18"/>
          </p:nvPr>
        </p:nvSpPr>
        <p:spPr bwMode="gray">
          <a:xfrm>
            <a:off x="6672943" y="690563"/>
            <a:ext cx="2957513" cy="5643562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pic>
        <p:nvPicPr>
          <p:cNvPr id="9" name="Smart phon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938" y="227980"/>
            <a:ext cx="3138295" cy="6534560"/>
          </a:xfrm>
          <a:prstGeom prst="rect">
            <a:avLst/>
          </a:prstGeom>
        </p:spPr>
      </p:pic>
      <p:sp>
        <p:nvSpPr>
          <p:cNvPr id="14" name="Image"/>
          <p:cNvSpPr>
            <a:spLocks noGrp="1"/>
          </p:cNvSpPr>
          <p:nvPr>
            <p:ph type="pic" sz="quarter" idx="17"/>
          </p:nvPr>
        </p:nvSpPr>
        <p:spPr bwMode="gray">
          <a:xfrm>
            <a:off x="2514600" y="690563"/>
            <a:ext cx="2957513" cy="5643562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96000" y="4138073"/>
            <a:ext cx="2987219" cy="10063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36pt.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80520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33">
          <p15:clr>
            <a:srgbClr val="A4A3A4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mart 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7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8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9" name="Placeholder classification"/>
          <p:cNvSpPr>
            <a:spLocks noGrp="1"/>
          </p:cNvSpPr>
          <p:nvPr>
            <p:ph type="body" sz="quarter" idx="23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pic>
        <p:nvPicPr>
          <p:cNvPr id="20" name="Smart phone 3" descr="Mockup eines weißen Smartphones. Es dient der Präsentation von Smartphone-App-Inhalten." title="Weißes Smartphone Mockup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868" y="1512888"/>
            <a:ext cx="2108132" cy="4386714"/>
          </a:xfrm>
          <a:prstGeom prst="rect">
            <a:avLst/>
          </a:prstGeom>
        </p:spPr>
      </p:pic>
      <p:sp>
        <p:nvSpPr>
          <p:cNvPr id="21" name="Smart phone - content 3"/>
          <p:cNvSpPr>
            <a:spLocks noGrp="1"/>
          </p:cNvSpPr>
          <p:nvPr>
            <p:ph type="pic" sz="quarter" idx="21"/>
          </p:nvPr>
        </p:nvSpPr>
        <p:spPr bwMode="gray">
          <a:xfrm>
            <a:off x="9439841" y="1822901"/>
            <a:ext cx="1981201" cy="3786188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pic>
        <p:nvPicPr>
          <p:cNvPr id="14" name="Smart phone 2" descr="Mockup eines weißen Smartphones. Es dient der Präsentation von Smartphone-App-Inhalten." title="Weißes Smartphone Mockup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7557" y="1512888"/>
            <a:ext cx="2108132" cy="4386714"/>
          </a:xfrm>
          <a:prstGeom prst="rect">
            <a:avLst/>
          </a:prstGeom>
        </p:spPr>
      </p:pic>
      <p:sp>
        <p:nvSpPr>
          <p:cNvPr id="19" name="Smart phone - content 2"/>
          <p:cNvSpPr>
            <a:spLocks noGrp="1"/>
          </p:cNvSpPr>
          <p:nvPr>
            <p:ph type="pic" sz="quarter" idx="20"/>
          </p:nvPr>
        </p:nvSpPr>
        <p:spPr bwMode="gray">
          <a:xfrm>
            <a:off x="7091530" y="1822901"/>
            <a:ext cx="1981201" cy="3786188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pic>
        <p:nvPicPr>
          <p:cNvPr id="17" name="Smart phone 1" descr="Mockup eines weißen Smartphones. Es dient der Präsentation von Smartphone-App-Inhalten." title="Weißes Smartphone Mockup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621" y="1512888"/>
            <a:ext cx="2108132" cy="4386714"/>
          </a:xfrm>
          <a:prstGeom prst="rect">
            <a:avLst/>
          </a:prstGeom>
        </p:spPr>
      </p:pic>
      <p:sp>
        <p:nvSpPr>
          <p:cNvPr id="18" name="Smart phone - content 1"/>
          <p:cNvSpPr>
            <a:spLocks noGrp="1"/>
          </p:cNvSpPr>
          <p:nvPr>
            <p:ph type="pic" sz="quarter" idx="19"/>
          </p:nvPr>
        </p:nvSpPr>
        <p:spPr bwMode="gray">
          <a:xfrm>
            <a:off x="4744594" y="1822901"/>
            <a:ext cx="1981201" cy="3786188"/>
          </a:xfrm>
          <a:prstGeom prst="roundRect">
            <a:avLst>
              <a:gd name="adj" fmla="val 4296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2" name="Content"/>
          <p:cNvSpPr>
            <a:spLocks noGrp="1"/>
          </p:cNvSpPr>
          <p:nvPr>
            <p:ph type="body" sz="quarter" idx="22" hasCustomPrompt="1"/>
          </p:nvPr>
        </p:nvSpPr>
        <p:spPr>
          <a:xfrm>
            <a:off x="396000" y="3143250"/>
            <a:ext cx="3918825" cy="2781300"/>
          </a:xfrm>
        </p:spPr>
        <p:txBody>
          <a:bodyPr/>
          <a:lstStyle>
            <a:lvl1pPr>
              <a:defRPr b="0" baseline="0">
                <a:latin typeface="+mn-lt"/>
              </a:defRPr>
            </a:lvl1pPr>
          </a:lstStyle>
          <a:p>
            <a:pPr lvl="0"/>
            <a:r>
              <a:rPr lang="en-US"/>
              <a:t>Insert text </a:t>
            </a:r>
            <a:r>
              <a:rPr lang="en-US" noProof="0"/>
              <a:t>Corpo S Text Light 20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96000" y="1507329"/>
            <a:ext cx="3918824" cy="156193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48pt.</a:t>
            </a:r>
            <a:endParaRPr lang="en-US" noProof="0"/>
          </a:p>
        </p:txBody>
      </p:sp>
      <p:sp>
        <p:nvSpPr>
          <p:cNvPr id="30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8690919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1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pic>
        <p:nvPicPr>
          <p:cNvPr id="2" name="Tablet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645228" y="-290435"/>
            <a:ext cx="5673044" cy="7648188"/>
          </a:xfrm>
          <a:prstGeom prst="rect">
            <a:avLst/>
          </a:prstGeom>
        </p:spPr>
      </p:pic>
      <p:sp>
        <p:nvSpPr>
          <p:cNvPr id="4" name="Image"/>
          <p:cNvSpPr>
            <a:spLocks noGrp="1"/>
          </p:cNvSpPr>
          <p:nvPr>
            <p:ph type="pic" sz="quarter" idx="12"/>
          </p:nvPr>
        </p:nvSpPr>
        <p:spPr bwMode="ltGray">
          <a:xfrm>
            <a:off x="3228975" y="923925"/>
            <a:ext cx="6505575" cy="5238749"/>
          </a:xfrm>
          <a:prstGeom prst="rect">
            <a:avLst/>
          </a:prstGeom>
          <a:solidFill>
            <a:srgbClr val="9F0002"/>
          </a:solidFill>
          <a:effectLst/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</p:txBody>
      </p:sp>
      <p:sp>
        <p:nvSpPr>
          <p:cNvPr id="12" name="Slide title"/>
          <p:cNvSpPr>
            <a:spLocks noGrp="1"/>
          </p:cNvSpPr>
          <p:nvPr>
            <p:ph type="title" hasCustomPrompt="1"/>
          </p:nvPr>
        </p:nvSpPr>
        <p:spPr>
          <a:xfrm>
            <a:off x="396000" y="4138073"/>
            <a:ext cx="4871325" cy="538702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 noProof="0"/>
              <a:t>Headline one line in 36pt. </a:t>
            </a:r>
          </a:p>
        </p:txBody>
      </p:sp>
      <p:sp>
        <p:nvSpPr>
          <p:cNvPr id="1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349173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wa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pic>
        <p:nvPicPr>
          <p:cNvPr id="6" name="Smart watch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148" y="0"/>
            <a:ext cx="3935704" cy="6858000"/>
          </a:xfrm>
          <a:prstGeom prst="rect">
            <a:avLst/>
          </a:prstGeom>
        </p:spPr>
      </p:pic>
      <p:sp>
        <p:nvSpPr>
          <p:cNvPr id="4" name="Image"/>
          <p:cNvSpPr>
            <a:spLocks noGrp="1"/>
          </p:cNvSpPr>
          <p:nvPr>
            <p:ph type="pic" sz="quarter" idx="10"/>
          </p:nvPr>
        </p:nvSpPr>
        <p:spPr bwMode="gray">
          <a:xfrm>
            <a:off x="4348842" y="1539478"/>
            <a:ext cx="3494314" cy="3779044"/>
          </a:xfrm>
          <a:prstGeom prst="roundRect">
            <a:avLst>
              <a:gd name="adj" fmla="val 5637"/>
            </a:avLst>
          </a:prstGeom>
          <a:solidFill>
            <a:srgbClr val="9F0002"/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1" name="Content"/>
          <p:cNvSpPr>
            <a:spLocks noGrp="1"/>
          </p:cNvSpPr>
          <p:nvPr>
            <p:ph type="body" sz="quarter" idx="22" hasCustomPrompt="1"/>
          </p:nvPr>
        </p:nvSpPr>
        <p:spPr>
          <a:xfrm>
            <a:off x="396001" y="3143250"/>
            <a:ext cx="3433050" cy="2781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b="0" baseline="0"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endParaRPr lang="en-US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6001" y="1507329"/>
            <a:ext cx="3433050" cy="1561935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noProof="1"/>
              <a:t>Headline</a:t>
            </a:r>
            <a:br>
              <a:rPr lang="en-US" noProof="1"/>
            </a:br>
            <a:r>
              <a:rPr lang="en-US" noProof="1"/>
              <a:t>two lines 48pt.</a:t>
            </a:r>
            <a:endParaRPr lang="en-US" noProof="0"/>
          </a:p>
        </p:txBody>
      </p:sp>
      <p:sp>
        <p:nvSpPr>
          <p:cNvPr id="1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553607364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overview //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3" name="Image 4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6931156" y="4480834"/>
            <a:ext cx="48600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0" name="Image 3"/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396000" y="4480834"/>
            <a:ext cx="48600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2" name="Image 2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6931156" y="2044700"/>
            <a:ext cx="48600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8" name="Image 1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396000" y="2044700"/>
            <a:ext cx="48600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3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6661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8898772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overview // Four circ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5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1" name="Image 4"/>
          <p:cNvSpPr>
            <a:spLocks noGrp="1"/>
          </p:cNvSpPr>
          <p:nvPr>
            <p:ph type="pic" sz="quarter" idx="23"/>
          </p:nvPr>
        </p:nvSpPr>
        <p:spPr bwMode="gray">
          <a:xfrm>
            <a:off x="9962724" y="1836154"/>
            <a:ext cx="1574800" cy="1574800"/>
          </a:xfrm>
          <a:prstGeom prst="ellipse">
            <a:avLst/>
          </a:prstGeom>
          <a:solidFill>
            <a:srgbClr val="9F0002"/>
          </a:solidFill>
          <a:ln>
            <a:solidFill>
              <a:schemeClr val="tx2"/>
            </a:solidFill>
          </a:ln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6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20" name="Image 3"/>
          <p:cNvSpPr>
            <a:spLocks noGrp="1"/>
          </p:cNvSpPr>
          <p:nvPr>
            <p:ph type="pic" sz="quarter" idx="22"/>
          </p:nvPr>
        </p:nvSpPr>
        <p:spPr bwMode="gray">
          <a:xfrm>
            <a:off x="6847095" y="1836154"/>
            <a:ext cx="1574800" cy="1574800"/>
          </a:xfrm>
          <a:prstGeom prst="ellipse">
            <a:avLst/>
          </a:prstGeom>
          <a:solidFill>
            <a:srgbClr val="9F0002"/>
          </a:solidFill>
          <a:ln>
            <a:solidFill>
              <a:schemeClr val="tx2"/>
            </a:solidFill>
          </a:ln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6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9" name="Image 2"/>
          <p:cNvSpPr>
            <a:spLocks noGrp="1"/>
          </p:cNvSpPr>
          <p:nvPr>
            <p:ph type="pic" sz="quarter" idx="21"/>
          </p:nvPr>
        </p:nvSpPr>
        <p:spPr bwMode="gray">
          <a:xfrm>
            <a:off x="3731465" y="1836154"/>
            <a:ext cx="1574800" cy="1574800"/>
          </a:xfrm>
          <a:prstGeom prst="ellipse">
            <a:avLst/>
          </a:prstGeom>
          <a:solidFill>
            <a:srgbClr val="9F0002"/>
          </a:solidFill>
          <a:ln>
            <a:solidFill>
              <a:schemeClr val="tx2"/>
            </a:solidFill>
          </a:ln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6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7" name="Image 1"/>
          <p:cNvSpPr>
            <a:spLocks noGrp="1"/>
          </p:cNvSpPr>
          <p:nvPr>
            <p:ph type="pic" sz="quarter" idx="20"/>
          </p:nvPr>
        </p:nvSpPr>
        <p:spPr bwMode="gray">
          <a:xfrm>
            <a:off x="615835" y="1836154"/>
            <a:ext cx="1574800" cy="1574800"/>
          </a:xfrm>
          <a:prstGeom prst="ellipse">
            <a:avLst/>
          </a:prstGeom>
          <a:solidFill>
            <a:srgbClr val="9F0002"/>
          </a:solidFill>
          <a:ln>
            <a:solidFill>
              <a:schemeClr val="tx2"/>
            </a:solidFill>
          </a:ln>
        </p:spPr>
        <p:txBody>
          <a:bodyPr/>
          <a:lstStyle>
            <a:lvl1pPr algn="ctr">
              <a:defRPr sz="16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8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435646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ircl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6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8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22" name="Image 3"/>
          <p:cNvSpPr>
            <a:spLocks noGrp="1"/>
          </p:cNvSpPr>
          <p:nvPr>
            <p:ph type="pic" sz="quarter" idx="22"/>
          </p:nvPr>
        </p:nvSpPr>
        <p:spPr bwMode="gray">
          <a:xfrm>
            <a:off x="7870628" y="2528187"/>
            <a:ext cx="1574800" cy="1574800"/>
          </a:xfrm>
          <a:prstGeom prst="ellipse">
            <a:avLst/>
          </a:prstGeom>
          <a:solidFill>
            <a:srgbClr val="9F0002"/>
          </a:solidFill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400"/>
            </a:lvl1pPr>
          </a:lstStyle>
          <a:p>
            <a:endParaRPr lang="en-US"/>
          </a:p>
          <a:p>
            <a:endParaRPr lang="en-US"/>
          </a:p>
          <a:p>
            <a:r>
              <a:rPr lang="en-US" noProof="0"/>
              <a:t>Insert</a:t>
            </a:r>
            <a:br>
              <a:rPr lang="en-US" noProof="0"/>
            </a:br>
            <a:r>
              <a:rPr lang="en-US" noProof="0"/>
              <a:t>image</a:t>
            </a:r>
            <a:endParaRPr lang="en-US"/>
          </a:p>
        </p:txBody>
      </p:sp>
      <p:sp>
        <p:nvSpPr>
          <p:cNvPr id="21" name="Image 2"/>
          <p:cNvSpPr>
            <a:spLocks noGrp="1"/>
          </p:cNvSpPr>
          <p:nvPr>
            <p:ph type="pic" sz="quarter" idx="21"/>
          </p:nvPr>
        </p:nvSpPr>
        <p:spPr bwMode="gray">
          <a:xfrm>
            <a:off x="5308600" y="2528187"/>
            <a:ext cx="1574800" cy="1574800"/>
          </a:xfrm>
          <a:prstGeom prst="ellipse">
            <a:avLst/>
          </a:prstGeom>
          <a:solidFill>
            <a:srgbClr val="9F0002"/>
          </a:solidFill>
        </p:spPr>
        <p:txBody>
          <a:bodyPr/>
          <a:lstStyle>
            <a:lvl1pPr marL="0" marR="0" indent="0" algn="ctr" defTabSz="914271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ClrTx/>
              <a:buSzTx/>
              <a:buFont typeface="+mj-lt"/>
              <a:buNone/>
              <a:tabLst/>
              <a:defRPr sz="1400"/>
            </a:lvl1pPr>
          </a:lstStyle>
          <a:p>
            <a:endParaRPr lang="en-US" noProof="1"/>
          </a:p>
          <a:p>
            <a:endParaRPr lang="en-US" noProof="1"/>
          </a:p>
          <a:p>
            <a:r>
              <a:rPr lang="en-US" noProof="0"/>
              <a:t>Insert</a:t>
            </a:r>
            <a:br>
              <a:rPr lang="en-US" noProof="0"/>
            </a:br>
            <a:r>
              <a:rPr lang="en-US" noProof="0"/>
              <a:t>image</a:t>
            </a:r>
            <a:endParaRPr lang="en-US"/>
          </a:p>
          <a:p>
            <a:endParaRPr lang="en-US" noProof="1"/>
          </a:p>
        </p:txBody>
      </p:sp>
      <p:sp>
        <p:nvSpPr>
          <p:cNvPr id="20" name="Image 1"/>
          <p:cNvSpPr>
            <a:spLocks noGrp="1"/>
          </p:cNvSpPr>
          <p:nvPr>
            <p:ph type="pic" sz="quarter" idx="20"/>
          </p:nvPr>
        </p:nvSpPr>
        <p:spPr bwMode="gray">
          <a:xfrm>
            <a:off x="2746572" y="2528187"/>
            <a:ext cx="1574800" cy="1574800"/>
          </a:xfrm>
          <a:prstGeom prst="ellipse">
            <a:avLst/>
          </a:prstGeom>
          <a:solidFill>
            <a:srgbClr val="9F0002"/>
          </a:solidFill>
        </p:spPr>
        <p:txBody>
          <a:bodyPr/>
          <a:lstStyle>
            <a:lvl1pPr algn="ctr">
              <a:defRPr sz="140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 noProof="0"/>
              <a:t>Insert</a:t>
            </a:r>
            <a:br>
              <a:rPr lang="en-US" noProof="0"/>
            </a:br>
            <a:r>
              <a:rPr lang="en-US" noProof="0"/>
              <a:t>image</a:t>
            </a:r>
            <a:endParaRPr lang="en-US"/>
          </a:p>
        </p:txBody>
      </p:sp>
      <p:sp>
        <p:nvSpPr>
          <p:cNvPr id="25" name="Content"/>
          <p:cNvSpPr>
            <a:spLocks noGrp="1"/>
          </p:cNvSpPr>
          <p:nvPr>
            <p:ph type="body" sz="quarter" idx="23" hasCustomPrompt="1"/>
          </p:nvPr>
        </p:nvSpPr>
        <p:spPr>
          <a:xfrm>
            <a:off x="3756025" y="1141712"/>
            <a:ext cx="4679950" cy="584200"/>
          </a:xfrm>
        </p:spPr>
        <p:txBody>
          <a:bodyPr/>
          <a:lstStyle>
            <a:lvl1pPr algn="l">
              <a:defRPr sz="1600" baseline="0"/>
            </a:lvl1pPr>
          </a:lstStyle>
          <a:p>
            <a:pPr lvl="0"/>
            <a:r>
              <a:rPr lang="en-US"/>
              <a:t>Sub headline or text in </a:t>
            </a:r>
            <a:r>
              <a:rPr lang="en-US" noProof="0"/>
              <a:t>Corpo S Text Light 16 pt.</a:t>
            </a:r>
            <a:endParaRPr lang="en-US"/>
          </a:p>
        </p:txBody>
      </p:sp>
      <p:sp>
        <p:nvSpPr>
          <p:cNvPr id="13" name="Slide title"/>
          <p:cNvSpPr>
            <a:spLocks noGrp="1"/>
          </p:cNvSpPr>
          <p:nvPr>
            <p:ph type="title" hasCustomPrompt="1"/>
          </p:nvPr>
        </p:nvSpPr>
        <p:spPr>
          <a:xfrm>
            <a:off x="1879554" y="465439"/>
            <a:ext cx="8432892" cy="553736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one line in Corpo A Title Condensed 36 pt. </a:t>
            </a:r>
          </a:p>
        </p:txBody>
      </p:sp>
      <p:sp>
        <p:nvSpPr>
          <p:cNvPr id="2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00138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//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1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1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0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-1"/>
            <a:ext cx="6096000" cy="6858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image</a:t>
            </a:r>
          </a:p>
        </p:txBody>
      </p:sp>
      <p:sp>
        <p:nvSpPr>
          <p:cNvPr id="18" name="Content"/>
          <p:cNvSpPr>
            <a:spLocks noGrp="1"/>
          </p:cNvSpPr>
          <p:nvPr>
            <p:ph sz="quarter" idx="21" hasCustomPrompt="1"/>
          </p:nvPr>
        </p:nvSpPr>
        <p:spPr bwMode="invGray">
          <a:xfrm>
            <a:off x="6524624" y="2368821"/>
            <a:ext cx="5264151" cy="4060553"/>
          </a:xfrm>
        </p:spPr>
        <p:txBody>
          <a:bodyPr/>
          <a:lstStyle/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ctrTitle" hasCustomPrompt="1"/>
          </p:nvPr>
        </p:nvSpPr>
        <p:spPr bwMode="invGray">
          <a:xfrm>
            <a:off x="6524625" y="1138423"/>
            <a:ext cx="5264150" cy="1128528"/>
          </a:xfrm>
        </p:spPr>
        <p:txBody>
          <a:bodyPr/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</a:p>
        </p:txBody>
      </p:sp>
    </p:spTree>
    <p:extLst>
      <p:ext uri="{BB962C8B-B14F-4D97-AF65-F5344CB8AC3E}">
        <p14:creationId xmlns:p14="http://schemas.microsoft.com/office/powerpoint/2010/main" val="3555727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Panorama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0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4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" y="366713"/>
            <a:ext cx="12193200" cy="3948112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endParaRPr lang="en-US" noProof="0"/>
          </a:p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8" name="Content"/>
          <p:cNvSpPr>
            <a:spLocks noGrp="1"/>
          </p:cNvSpPr>
          <p:nvPr>
            <p:ph sz="quarter" idx="14" hasCustomPrompt="1"/>
          </p:nvPr>
        </p:nvSpPr>
        <p:spPr>
          <a:xfrm>
            <a:off x="5743575" y="4533900"/>
            <a:ext cx="6051550" cy="189071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16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Slide title"/>
          <p:cNvSpPr>
            <a:spLocks noGrp="1"/>
          </p:cNvSpPr>
          <p:nvPr>
            <p:ph type="title" hasCustomPrompt="1"/>
          </p:nvPr>
        </p:nvSpPr>
        <p:spPr>
          <a:xfrm>
            <a:off x="395287" y="4533900"/>
            <a:ext cx="4605338" cy="1105267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 noProof="0"/>
              <a:t>Headline one line in 36pt. </a:t>
            </a:r>
          </a:p>
        </p:txBody>
      </p:sp>
      <p:sp>
        <p:nvSpPr>
          <p:cNvPr id="23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79814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// centred vertical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9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0" name="Placeholder other"/>
          <p:cNvSpPr>
            <a:spLocks noGrp="1"/>
          </p:cNvSpPr>
          <p:nvPr>
            <p:ph type="body" sz="quarter" idx="19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20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21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5" name="Diagram placeholder"/>
          <p:cNvSpPr>
            <a:spLocks noGrp="1"/>
          </p:cNvSpPr>
          <p:nvPr>
            <p:ph type="chart" sz="quarter" idx="18"/>
          </p:nvPr>
        </p:nvSpPr>
        <p:spPr bwMode="gray">
          <a:xfrm>
            <a:off x="4663267" y="1543049"/>
            <a:ext cx="7128684" cy="4524375"/>
          </a:xfrm>
          <a:solidFill>
            <a:schemeClr val="bg1">
              <a:lumMod val="85000"/>
              <a:lumOff val="1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r>
              <a:rPr lang="en-US" noProof="0"/>
              <a:t>Insert diagram</a:t>
            </a:r>
          </a:p>
        </p:txBody>
      </p:sp>
      <p:sp>
        <p:nvSpPr>
          <p:cNvPr id="13" name="Content"/>
          <p:cNvSpPr>
            <a:spLocks noGrp="1"/>
          </p:cNvSpPr>
          <p:nvPr>
            <p:ph type="body" sz="quarter" idx="17" hasCustomPrompt="1"/>
          </p:nvPr>
        </p:nvSpPr>
        <p:spPr>
          <a:xfrm>
            <a:off x="719997" y="3226324"/>
            <a:ext cx="3509103" cy="2107628"/>
          </a:xfrm>
        </p:spPr>
        <p:txBody>
          <a:bodyPr/>
          <a:lstStyle>
            <a:lvl1pPr>
              <a:defRPr sz="1600" b="0" baseline="0">
                <a:latin typeface="+mn-lt"/>
              </a:defRPr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16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4" name="Slide title"/>
          <p:cNvSpPr>
            <a:spLocks noGrp="1"/>
          </p:cNvSpPr>
          <p:nvPr>
            <p:ph type="title" hasCustomPrompt="1"/>
          </p:nvPr>
        </p:nvSpPr>
        <p:spPr>
          <a:xfrm>
            <a:off x="720001" y="2015461"/>
            <a:ext cx="3509100" cy="1210864"/>
          </a:xfrm>
        </p:spPr>
        <p:txBody>
          <a:bodyPr/>
          <a:lstStyle>
            <a:lvl1pPr>
              <a:defRPr sz="3600" baseline="0"/>
            </a:lvl1pPr>
          </a:lstStyle>
          <a:p>
            <a:r>
              <a:rPr lang="en-US" noProof="0"/>
              <a:t>Headline two lines in Corpo A Title Cond. </a:t>
            </a:r>
          </a:p>
        </p:txBody>
      </p:sp>
      <p:sp>
        <p:nvSpPr>
          <p:cNvPr id="23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510289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3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34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37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8" name="Placeholder classification"/>
          <p:cNvSpPr>
            <a:spLocks noGrp="1"/>
          </p:cNvSpPr>
          <p:nvPr>
            <p:ph type="body" sz="quarter" idx="37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56" name="Image 8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997925" y="4043527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8" name="Text 8"/>
          <p:cNvSpPr>
            <a:spLocks noGrp="1"/>
          </p:cNvSpPr>
          <p:nvPr>
            <p:ph type="body" sz="quarter" idx="36" hasCustomPrompt="1"/>
          </p:nvPr>
        </p:nvSpPr>
        <p:spPr>
          <a:xfrm>
            <a:off x="8997925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50" name="Image 7"/>
          <p:cNvSpPr>
            <a:spLocks noGrp="1"/>
          </p:cNvSpPr>
          <p:nvPr>
            <p:ph type="body" sz="quarter" idx="28" hasCustomPrompt="1"/>
          </p:nvPr>
        </p:nvSpPr>
        <p:spPr>
          <a:xfrm>
            <a:off x="6130617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48" name="Text 7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30616" y="4043527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2" name="Image 6"/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3263308" y="4043527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4" name="Text 6"/>
          <p:cNvSpPr>
            <a:spLocks noGrp="1"/>
          </p:cNvSpPr>
          <p:nvPr>
            <p:ph type="body" sz="quarter" idx="32" hasCustomPrompt="1"/>
          </p:nvPr>
        </p:nvSpPr>
        <p:spPr>
          <a:xfrm>
            <a:off x="3263309" y="60302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36" name="Image 5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0" y="4044227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6" name="Text 5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6030980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55" name="Image 4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994750" y="1511300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7" name="Text 4"/>
          <p:cNvSpPr>
            <a:spLocks noGrp="1"/>
          </p:cNvSpPr>
          <p:nvPr>
            <p:ph type="body" sz="quarter" idx="35" hasCustomPrompt="1"/>
          </p:nvPr>
        </p:nvSpPr>
        <p:spPr>
          <a:xfrm>
            <a:off x="8996400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47" name="Image 3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128500" y="1511300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9" name="Text 3"/>
          <p:cNvSpPr>
            <a:spLocks noGrp="1"/>
          </p:cNvSpPr>
          <p:nvPr>
            <p:ph type="body" sz="quarter" idx="27" hasCustomPrompt="1"/>
          </p:nvPr>
        </p:nvSpPr>
        <p:spPr>
          <a:xfrm>
            <a:off x="6129600" y="35005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51" name="Image 2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3262250" y="1511300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3" name="Text 2"/>
          <p:cNvSpPr>
            <a:spLocks noGrp="1"/>
          </p:cNvSpPr>
          <p:nvPr>
            <p:ph type="body" sz="quarter" idx="31" hasCustomPrompt="1"/>
          </p:nvPr>
        </p:nvSpPr>
        <p:spPr>
          <a:xfrm>
            <a:off x="3262800" y="3500548"/>
            <a:ext cx="2797200" cy="324000"/>
          </a:xfrm>
        </p:spPr>
        <p:txBody>
          <a:bodyPr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35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27972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5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0" y="3501248"/>
            <a:ext cx="27972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</a:t>
            </a:r>
          </a:p>
        </p:txBody>
      </p:sp>
      <p:sp>
        <p:nvSpPr>
          <p:cNvPr id="3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9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8828564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6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7" name="Placeholder other"/>
          <p:cNvSpPr>
            <a:spLocks noGrp="1"/>
          </p:cNvSpPr>
          <p:nvPr>
            <p:ph type="body" sz="quarter" idx="25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8" name="Placeholder confidentialty"/>
          <p:cNvSpPr>
            <a:spLocks noGrp="1"/>
          </p:cNvSpPr>
          <p:nvPr>
            <p:ph type="body" sz="quarter" idx="26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2" name="Placeholder classification"/>
          <p:cNvSpPr>
            <a:spLocks noGrp="1"/>
          </p:cNvSpPr>
          <p:nvPr>
            <p:ph type="body" sz="quarter" idx="27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1" name="Image 6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035200" y="4044227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9" name="Text 6"/>
          <p:cNvSpPr>
            <a:spLocks noGrp="1"/>
          </p:cNvSpPr>
          <p:nvPr>
            <p:ph type="body" sz="quarter" idx="24" hasCustomPrompt="1"/>
          </p:nvPr>
        </p:nvSpPr>
        <p:spPr>
          <a:xfrm>
            <a:off x="8035200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8" name="Text 5"/>
          <p:cNvSpPr>
            <a:spLocks noGrp="1"/>
          </p:cNvSpPr>
          <p:nvPr>
            <p:ph type="body" sz="quarter" idx="23" hasCustomPrompt="1"/>
          </p:nvPr>
        </p:nvSpPr>
        <p:spPr>
          <a:xfrm>
            <a:off x="4215600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3" name="Image 5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21337" y="4044227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5" name="Text 4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1" y="6030980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39" name="Image 4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0" y="4044227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7" name="Text 3"/>
          <p:cNvSpPr>
            <a:spLocks noGrp="1"/>
          </p:cNvSpPr>
          <p:nvPr>
            <p:ph type="body" sz="quarter" idx="22" hasCustomPrompt="1"/>
          </p:nvPr>
        </p:nvSpPr>
        <p:spPr>
          <a:xfrm>
            <a:off x="8035200" y="3501248"/>
            <a:ext cx="3754800" cy="324000"/>
          </a:xfrm>
        </p:spPr>
        <p:txBody>
          <a:bodyPr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0" name="Image 3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8036476" y="1512000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6" name="Text 2"/>
          <p:cNvSpPr>
            <a:spLocks noGrp="1"/>
          </p:cNvSpPr>
          <p:nvPr>
            <p:ph type="body" sz="quarter" idx="21" hasCustomPrompt="1"/>
          </p:nvPr>
        </p:nvSpPr>
        <p:spPr>
          <a:xfrm>
            <a:off x="4215599" y="3501248"/>
            <a:ext cx="3754800" cy="324000"/>
          </a:xfrm>
        </p:spPr>
        <p:txBody>
          <a:bodyPr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2" name="Image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216238" y="1512000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4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395999" y="3501248"/>
            <a:ext cx="37548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aseline="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38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0"/>
            <a:ext cx="3754800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9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3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551546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6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9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30" name="Placeholder classification"/>
          <p:cNvSpPr>
            <a:spLocks noGrp="1"/>
          </p:cNvSpPr>
          <p:nvPr>
            <p:ph type="body" sz="quarter" idx="2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2" name="Text 4"/>
          <p:cNvSpPr>
            <a:spLocks noGrp="1"/>
          </p:cNvSpPr>
          <p:nvPr>
            <p:ph type="body" sz="quarter" idx="28" hasCustomPrompt="1"/>
          </p:nvPr>
        </p:nvSpPr>
        <p:spPr>
          <a:xfrm>
            <a:off x="6127200" y="6030280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40" name="Image 4"/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6127200" y="4043527"/>
            <a:ext cx="56663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8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2" y="6030980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28" name="Image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396001" y="4044227"/>
            <a:ext cx="56663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1" name="Text 2"/>
          <p:cNvSpPr>
            <a:spLocks noGrp="1"/>
          </p:cNvSpPr>
          <p:nvPr>
            <p:ph type="body" sz="quarter" idx="27" hasCustomPrompt="1"/>
          </p:nvPr>
        </p:nvSpPr>
        <p:spPr>
          <a:xfrm>
            <a:off x="6127200" y="3500548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39" name="Image 2"/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6128726" y="1511300"/>
            <a:ext cx="56663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7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396001" y="3501248"/>
            <a:ext cx="5666399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</a:t>
            </a:r>
          </a:p>
        </p:txBody>
      </p:sp>
      <p:sp>
        <p:nvSpPr>
          <p:cNvPr id="27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6663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22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31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1673205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Image-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8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4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5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6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7" name="Text 2"/>
          <p:cNvSpPr>
            <a:spLocks noGrp="1"/>
          </p:cNvSpPr>
          <p:nvPr>
            <p:ph sz="quarter" idx="20" hasCustomPrompt="1"/>
          </p:nvPr>
        </p:nvSpPr>
        <p:spPr>
          <a:xfrm>
            <a:off x="6211276" y="3514724"/>
            <a:ext cx="5580000" cy="29114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" name="Image 2"/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6215126" y="1512000"/>
            <a:ext cx="55799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5" name="Text 1"/>
          <p:cNvSpPr>
            <a:spLocks noGrp="1"/>
          </p:cNvSpPr>
          <p:nvPr>
            <p:ph sz="quarter" idx="14" hasCustomPrompt="1"/>
          </p:nvPr>
        </p:nvSpPr>
        <p:spPr>
          <a:xfrm>
            <a:off x="395287" y="3514725"/>
            <a:ext cx="5580000" cy="29114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1" y="1512000"/>
            <a:ext cx="5579999" cy="1944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7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788269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//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18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1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2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9" name="Caption"/>
          <p:cNvSpPr>
            <a:spLocks noGrp="1"/>
          </p:cNvSpPr>
          <p:nvPr>
            <p:ph type="body" sz="quarter" idx="20" hasCustomPrompt="1"/>
          </p:nvPr>
        </p:nvSpPr>
        <p:spPr>
          <a:xfrm>
            <a:off x="396000" y="6030980"/>
            <a:ext cx="11397600" cy="324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500"/>
            </a:lvl9pPr>
          </a:lstStyle>
          <a:p>
            <a:pPr lvl="0"/>
            <a:r>
              <a:rPr lang="en-US" noProof="0"/>
              <a:t>Caption in Corpo S Text Light in 16pt.</a:t>
            </a:r>
          </a:p>
        </p:txBody>
      </p:sp>
      <p:sp>
        <p:nvSpPr>
          <p:cNvPr id="17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96000" y="1512001"/>
            <a:ext cx="11397600" cy="4467886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3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06631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olbox // 8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5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48" name="Placeholder other"/>
          <p:cNvSpPr>
            <a:spLocks noGrp="1"/>
          </p:cNvSpPr>
          <p:nvPr>
            <p:ph type="body" sz="quarter" idx="45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49" name="Placeholder confidentialty"/>
          <p:cNvSpPr>
            <a:spLocks noGrp="1"/>
          </p:cNvSpPr>
          <p:nvPr>
            <p:ph type="body" sz="quarter" idx="46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50" name="Placeholder classification"/>
          <p:cNvSpPr>
            <a:spLocks noGrp="1"/>
          </p:cNvSpPr>
          <p:nvPr>
            <p:ph type="body" sz="quarter" idx="47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cxnSp>
        <p:nvCxnSpPr>
          <p:cNvPr id="113" name="Connecting line 8"/>
          <p:cNvCxnSpPr>
            <a:stCxn id="65" idx="3"/>
            <a:endCxn id="103" idx="1"/>
          </p:cNvCxnSpPr>
          <p:nvPr userDrawn="1"/>
        </p:nvCxnSpPr>
        <p:spPr bwMode="auto">
          <a:xfrm>
            <a:off x="7715607" y="5839401"/>
            <a:ext cx="483064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ing line 7"/>
          <p:cNvCxnSpPr>
            <a:stCxn id="68" idx="3"/>
            <a:endCxn id="101" idx="1"/>
          </p:cNvCxnSpPr>
          <p:nvPr userDrawn="1"/>
        </p:nvCxnSpPr>
        <p:spPr bwMode="auto">
          <a:xfrm>
            <a:off x="7719176" y="4592301"/>
            <a:ext cx="479495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ing line 6"/>
          <p:cNvCxnSpPr>
            <a:stCxn id="66" idx="3"/>
            <a:endCxn id="102" idx="1"/>
          </p:cNvCxnSpPr>
          <p:nvPr userDrawn="1"/>
        </p:nvCxnSpPr>
        <p:spPr bwMode="auto">
          <a:xfrm>
            <a:off x="7719176" y="3345201"/>
            <a:ext cx="479495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ing line 5"/>
          <p:cNvCxnSpPr>
            <a:stCxn id="100" idx="1"/>
            <a:endCxn id="67" idx="3"/>
          </p:cNvCxnSpPr>
          <p:nvPr userDrawn="1"/>
        </p:nvCxnSpPr>
        <p:spPr bwMode="auto">
          <a:xfrm flipH="1">
            <a:off x="7719176" y="2098101"/>
            <a:ext cx="479495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ing line 4"/>
          <p:cNvCxnSpPr>
            <a:stCxn id="107" idx="3"/>
            <a:endCxn id="91" idx="1"/>
          </p:cNvCxnSpPr>
          <p:nvPr userDrawn="1"/>
        </p:nvCxnSpPr>
        <p:spPr bwMode="auto">
          <a:xfrm>
            <a:off x="3996005" y="5839401"/>
            <a:ext cx="483170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ing line 3"/>
          <p:cNvCxnSpPr>
            <a:stCxn id="105" idx="3"/>
            <a:endCxn id="90" idx="1"/>
          </p:cNvCxnSpPr>
          <p:nvPr userDrawn="1"/>
        </p:nvCxnSpPr>
        <p:spPr bwMode="auto">
          <a:xfrm>
            <a:off x="3996005" y="4592534"/>
            <a:ext cx="483170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ing line 2"/>
          <p:cNvCxnSpPr>
            <a:stCxn id="106" idx="3"/>
            <a:endCxn id="89" idx="1"/>
          </p:cNvCxnSpPr>
          <p:nvPr userDrawn="1"/>
        </p:nvCxnSpPr>
        <p:spPr bwMode="auto">
          <a:xfrm>
            <a:off x="3996005" y="3345667"/>
            <a:ext cx="483170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ing line 1"/>
          <p:cNvCxnSpPr>
            <a:stCxn id="104" idx="3"/>
            <a:endCxn id="88" idx="1"/>
          </p:cNvCxnSpPr>
          <p:nvPr userDrawn="1"/>
        </p:nvCxnSpPr>
        <p:spPr bwMode="auto">
          <a:xfrm>
            <a:off x="3996005" y="2098800"/>
            <a:ext cx="483170" cy="0"/>
          </a:xfrm>
          <a:prstGeom prst="line">
            <a:avLst/>
          </a:prstGeom>
          <a:ln w="3175">
            <a:solidFill>
              <a:schemeClr val="tx2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 16"/>
          <p:cNvSpPr>
            <a:spLocks noGrp="1"/>
          </p:cNvSpPr>
          <p:nvPr>
            <p:ph type="body" sz="quarter" idx="31" hasCustomPrompt="1"/>
          </p:nvPr>
        </p:nvSpPr>
        <p:spPr>
          <a:xfrm>
            <a:off x="9993600" y="52526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5" name="Text 15"/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6203607" y="52526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3" name="Image 8"/>
          <p:cNvSpPr>
            <a:spLocks noGrp="1" noChangeAspect="1"/>
          </p:cNvSpPr>
          <p:nvPr>
            <p:ph type="pic" sz="quarter" idx="29" hasCustomPrompt="1"/>
          </p:nvPr>
        </p:nvSpPr>
        <p:spPr bwMode="gray">
          <a:xfrm>
            <a:off x="8198671" y="52526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8" name="Text 14"/>
          <p:cNvSpPr>
            <a:spLocks noGrp="1"/>
          </p:cNvSpPr>
          <p:nvPr>
            <p:ph type="body" sz="quarter" idx="32" hasCustomPrompt="1"/>
          </p:nvPr>
        </p:nvSpPr>
        <p:spPr>
          <a:xfrm>
            <a:off x="9993600" y="40055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8" name="Text 13"/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6207176" y="40055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1" name="Image 7"/>
          <p:cNvSpPr>
            <a:spLocks noGrp="1" noChangeAspect="1"/>
          </p:cNvSpPr>
          <p:nvPr>
            <p:ph type="pic" sz="quarter" idx="17" hasCustomPrompt="1"/>
          </p:nvPr>
        </p:nvSpPr>
        <p:spPr bwMode="gray">
          <a:xfrm>
            <a:off x="8198671" y="40055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9" name="Text 12"/>
          <p:cNvSpPr>
            <a:spLocks noGrp="1"/>
          </p:cNvSpPr>
          <p:nvPr>
            <p:ph type="body" sz="quarter" idx="33" hasCustomPrompt="1"/>
          </p:nvPr>
        </p:nvSpPr>
        <p:spPr>
          <a:xfrm>
            <a:off x="9993600" y="27584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6" name="Text 11"/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6207176" y="27584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2" name="Image 6"/>
          <p:cNvSpPr>
            <a:spLocks noGrp="1" noChangeAspect="1"/>
          </p:cNvSpPr>
          <p:nvPr>
            <p:ph type="pic" sz="quarter" idx="18" hasCustomPrompt="1"/>
          </p:nvPr>
        </p:nvSpPr>
        <p:spPr bwMode="gray">
          <a:xfrm>
            <a:off x="8198671" y="27584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6" name="Text 10"/>
          <p:cNvSpPr>
            <a:spLocks noGrp="1"/>
          </p:cNvSpPr>
          <p:nvPr>
            <p:ph type="body" sz="quarter" idx="30" hasCustomPrompt="1"/>
          </p:nvPr>
        </p:nvSpPr>
        <p:spPr>
          <a:xfrm>
            <a:off x="9993600" y="15113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7" name="Text 9"/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6207176" y="15113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0" name="Image 5"/>
          <p:cNvSpPr>
            <a:spLocks noGrp="1" noChangeAspect="1"/>
          </p:cNvSpPr>
          <p:nvPr>
            <p:ph type="pic" sz="quarter" idx="11" hasCustomPrompt="1"/>
          </p:nvPr>
        </p:nvSpPr>
        <p:spPr bwMode="gray">
          <a:xfrm>
            <a:off x="8198671" y="15113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1" name="Text 8"/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4479175" y="5252601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93" name="Text 7"/>
          <p:cNvSpPr>
            <a:spLocks noGrp="1"/>
          </p:cNvSpPr>
          <p:nvPr>
            <p:ph type="body" sz="quarter" idx="35" hasCustomPrompt="1"/>
          </p:nvPr>
        </p:nvSpPr>
        <p:spPr>
          <a:xfrm>
            <a:off x="396000" y="5252601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7" name="Image 4"/>
          <p:cNvSpPr>
            <a:spLocks noGrp="1" noChangeAspect="1"/>
          </p:cNvSpPr>
          <p:nvPr>
            <p:ph type="pic" sz="quarter" idx="28" hasCustomPrompt="1"/>
          </p:nvPr>
        </p:nvSpPr>
        <p:spPr bwMode="gray">
          <a:xfrm>
            <a:off x="2304000" y="5252601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0" name="Text 6"/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4479175" y="4005734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94" name="Text 5"/>
          <p:cNvSpPr>
            <a:spLocks noGrp="1"/>
          </p:cNvSpPr>
          <p:nvPr>
            <p:ph type="body" sz="quarter" idx="36" hasCustomPrompt="1"/>
          </p:nvPr>
        </p:nvSpPr>
        <p:spPr>
          <a:xfrm>
            <a:off x="396000" y="4005734"/>
            <a:ext cx="1800000" cy="1173600"/>
          </a:xfrm>
        </p:spPr>
        <p:txBody>
          <a:bodyPr anchor="ctr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5" name="Image  3"/>
          <p:cNvSpPr>
            <a:spLocks noGrp="1" noChangeAspect="1"/>
          </p:cNvSpPr>
          <p:nvPr>
            <p:ph type="pic" sz="quarter" idx="12" hasCustomPrompt="1"/>
          </p:nvPr>
        </p:nvSpPr>
        <p:spPr bwMode="gray">
          <a:xfrm>
            <a:off x="2304000" y="4005734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9" name="Text 4"/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4479175" y="2758867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95" name="Text 3"/>
          <p:cNvSpPr>
            <a:spLocks noGrp="1"/>
          </p:cNvSpPr>
          <p:nvPr>
            <p:ph type="body" sz="quarter" idx="37" hasCustomPrompt="1"/>
          </p:nvPr>
        </p:nvSpPr>
        <p:spPr>
          <a:xfrm>
            <a:off x="396000" y="2758867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6" name="Image 2"/>
          <p:cNvSpPr>
            <a:spLocks noGrp="1" noChangeAspect="1"/>
          </p:cNvSpPr>
          <p:nvPr>
            <p:ph type="pic" sz="quarter" idx="14" hasCustomPrompt="1"/>
          </p:nvPr>
        </p:nvSpPr>
        <p:spPr bwMode="gray">
          <a:xfrm>
            <a:off x="2304000" y="2758867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8" name="Text 2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479175" y="1512000"/>
            <a:ext cx="1512000" cy="1173600"/>
          </a:xfrm>
          <a:solidFill>
            <a:schemeClr val="tx2"/>
          </a:solidFill>
          <a:ln>
            <a:solidFill>
              <a:schemeClr val="tx2"/>
            </a:solidFill>
          </a:ln>
        </p:spPr>
        <p:txBody>
          <a:bodyPr lIns="72000" rIns="72000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5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92" name="Text 1"/>
          <p:cNvSpPr>
            <a:spLocks noGrp="1"/>
          </p:cNvSpPr>
          <p:nvPr>
            <p:ph type="body" sz="quarter" idx="34" hasCustomPrompt="1"/>
          </p:nvPr>
        </p:nvSpPr>
        <p:spPr>
          <a:xfrm>
            <a:off x="396000" y="1512000"/>
            <a:ext cx="1800000" cy="1173600"/>
          </a:xfrm>
        </p:spPr>
        <p:txBody>
          <a:bodyPr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aseline="0"/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000"/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104" name="Image 1"/>
          <p:cNvSpPr>
            <a:spLocks noGrp="1" noChangeAspect="1"/>
          </p:cNvSpPr>
          <p:nvPr>
            <p:ph type="pic" sz="quarter" idx="10" hasCustomPrompt="1"/>
          </p:nvPr>
        </p:nvSpPr>
        <p:spPr bwMode="gray">
          <a:xfrm>
            <a:off x="2304000" y="1512000"/>
            <a:ext cx="1692005" cy="1173600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69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52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1364807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8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39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40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41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9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024337" y="2757600"/>
            <a:ext cx="6148800" cy="2421734"/>
          </a:xfrm>
          <a:solidFill>
            <a:srgbClr val="9F0002"/>
          </a:solidFill>
          <a:ln w="3175">
            <a:noFill/>
            <a:miter lim="800000"/>
          </a:ln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53" name="Line 12"/>
          <p:cNvSpPr>
            <a:spLocks noGrp="1" noChangeAspect="1"/>
          </p:cNvSpPr>
          <p:nvPr>
            <p:ph type="body" sz="quarter" idx="58" hasCustomPrompt="1"/>
          </p:nvPr>
        </p:nvSpPr>
        <p:spPr>
          <a:xfrm rot="11041244">
            <a:off x="2483054" y="3144224"/>
            <a:ext cx="2204126" cy="80242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95888" h="109067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995888" y="109067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4" name="Line 11"/>
          <p:cNvSpPr>
            <a:spLocks noGrp="1" noChangeAspect="1"/>
          </p:cNvSpPr>
          <p:nvPr>
            <p:ph type="body" sz="quarter" idx="59" hasCustomPrompt="1"/>
          </p:nvPr>
        </p:nvSpPr>
        <p:spPr>
          <a:xfrm rot="10320000">
            <a:off x="2608500" y="4603312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0" name="Line 10"/>
          <p:cNvSpPr>
            <a:spLocks noGrp="1" noChangeAspect="1"/>
          </p:cNvSpPr>
          <p:nvPr>
            <p:ph type="body" sz="quarter" idx="67" hasCustomPrompt="1"/>
          </p:nvPr>
        </p:nvSpPr>
        <p:spPr>
          <a:xfrm rot="9427937">
            <a:off x="2425691" y="5284427"/>
            <a:ext cx="1909937" cy="91569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596021"/>
              <a:gd name="connsiteY0" fmla="*/ 35294 h 124463"/>
              <a:gd name="connsiteX1" fmla="*/ 36219 w 2596021"/>
              <a:gd name="connsiteY1" fmla="*/ 73396 h 124463"/>
              <a:gd name="connsiteX2" fmla="*/ 0 w 2596021"/>
              <a:gd name="connsiteY2" fmla="*/ 37306 h 124463"/>
              <a:gd name="connsiteX3" fmla="*/ 35816 w 2596021"/>
              <a:gd name="connsiteY3" fmla="*/ 8 h 124463"/>
              <a:gd name="connsiteX4" fmla="*/ 73065 w 2596021"/>
              <a:gd name="connsiteY4" fmla="*/ 35540 h 124463"/>
              <a:gd name="connsiteX5" fmla="*/ 2596020 w 2596021"/>
              <a:gd name="connsiteY5" fmla="*/ 124462 h 12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021" h="124463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596020" y="124462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8" name="Line 9"/>
          <p:cNvSpPr>
            <a:spLocks noGrp="1" noChangeAspect="1"/>
          </p:cNvSpPr>
          <p:nvPr>
            <p:ph type="body" sz="quarter" idx="63" hasCustomPrompt="1"/>
          </p:nvPr>
        </p:nvSpPr>
        <p:spPr>
          <a:xfrm rot="17090839" flipH="1" flipV="1">
            <a:off x="4827733" y="538222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5" name="Line 8"/>
          <p:cNvSpPr>
            <a:spLocks noGrp="1" noChangeAspect="1"/>
          </p:cNvSpPr>
          <p:nvPr>
            <p:ph type="body" sz="quarter" idx="60" hasCustomPrompt="1"/>
          </p:nvPr>
        </p:nvSpPr>
        <p:spPr>
          <a:xfrm rot="3540000">
            <a:off x="5861589" y="4897309"/>
            <a:ext cx="1909937" cy="91569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596021"/>
              <a:gd name="connsiteY0" fmla="*/ 35294 h 124463"/>
              <a:gd name="connsiteX1" fmla="*/ 36219 w 2596021"/>
              <a:gd name="connsiteY1" fmla="*/ 73396 h 124463"/>
              <a:gd name="connsiteX2" fmla="*/ 0 w 2596021"/>
              <a:gd name="connsiteY2" fmla="*/ 37306 h 124463"/>
              <a:gd name="connsiteX3" fmla="*/ 35816 w 2596021"/>
              <a:gd name="connsiteY3" fmla="*/ 8 h 124463"/>
              <a:gd name="connsiteX4" fmla="*/ 73065 w 2596021"/>
              <a:gd name="connsiteY4" fmla="*/ 35540 h 124463"/>
              <a:gd name="connsiteX5" fmla="*/ 2596020 w 2596021"/>
              <a:gd name="connsiteY5" fmla="*/ 124462 h 12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6021" h="124463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2596020" y="124462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61" name="Line 7"/>
          <p:cNvSpPr>
            <a:spLocks noGrp="1" noChangeAspect="1"/>
          </p:cNvSpPr>
          <p:nvPr>
            <p:ph type="body" sz="quarter" idx="66" hasCustomPrompt="1"/>
          </p:nvPr>
        </p:nvSpPr>
        <p:spPr>
          <a:xfrm rot="2851924">
            <a:off x="6698739" y="4854467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9" name="Line 6"/>
          <p:cNvSpPr>
            <a:spLocks noGrp="1" noChangeAspect="1"/>
          </p:cNvSpPr>
          <p:nvPr>
            <p:ph type="body" sz="quarter" idx="64" hasCustomPrompt="1"/>
          </p:nvPr>
        </p:nvSpPr>
        <p:spPr>
          <a:xfrm rot="12243241" flipH="1" flipV="1">
            <a:off x="8587331" y="4580694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60" name="Line 5"/>
          <p:cNvSpPr>
            <a:spLocks noGrp="1" noChangeAspect="1"/>
          </p:cNvSpPr>
          <p:nvPr>
            <p:ph type="body" sz="quarter" idx="65" hasCustomPrompt="1"/>
          </p:nvPr>
        </p:nvSpPr>
        <p:spPr>
          <a:xfrm rot="10046435" flipH="1" flipV="1">
            <a:off x="8610544" y="3345727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1" name="Line 4"/>
          <p:cNvSpPr>
            <a:spLocks noGrp="1" noChangeAspect="1"/>
          </p:cNvSpPr>
          <p:nvPr>
            <p:ph type="body" sz="quarter" idx="56" hasCustomPrompt="1"/>
          </p:nvPr>
        </p:nvSpPr>
        <p:spPr>
          <a:xfrm rot="17090839">
            <a:off x="7964704" y="280890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2" name="Line 3"/>
          <p:cNvSpPr>
            <a:spLocks noGrp="1" noChangeAspect="1"/>
          </p:cNvSpPr>
          <p:nvPr>
            <p:ph type="body" sz="quarter" idx="57" hasCustomPrompt="1"/>
          </p:nvPr>
        </p:nvSpPr>
        <p:spPr>
          <a:xfrm rot="18468895">
            <a:off x="6090519" y="2581063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7" name="Line 2"/>
          <p:cNvSpPr>
            <a:spLocks noGrp="1" noChangeAspect="1"/>
          </p:cNvSpPr>
          <p:nvPr>
            <p:ph type="body" sz="quarter" idx="62" hasCustomPrompt="1"/>
          </p:nvPr>
        </p:nvSpPr>
        <p:spPr>
          <a:xfrm rot="13889278">
            <a:off x="4708703" y="2520680"/>
            <a:ext cx="1284521" cy="54000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5944" h="73398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1745944" y="52049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56" name="Line 1"/>
          <p:cNvSpPr>
            <a:spLocks noGrp="1" noChangeAspect="1"/>
          </p:cNvSpPr>
          <p:nvPr>
            <p:ph type="body" sz="quarter" idx="61" hasCustomPrompt="1"/>
          </p:nvPr>
        </p:nvSpPr>
        <p:spPr>
          <a:xfrm rot="12197832">
            <a:off x="2201247" y="2579449"/>
            <a:ext cx="3267222" cy="79333"/>
          </a:xfrm>
          <a:custGeom>
            <a:avLst/>
            <a:gdLst>
              <a:gd name="connsiteX0" fmla="*/ 0 w 73241"/>
              <a:gd name="connsiteY0" fmla="*/ 36493 h 72986"/>
              <a:gd name="connsiteX1" fmla="*/ 36621 w 73241"/>
              <a:gd name="connsiteY1" fmla="*/ 0 h 72986"/>
              <a:gd name="connsiteX2" fmla="*/ 73242 w 73241"/>
              <a:gd name="connsiteY2" fmla="*/ 36493 h 72986"/>
              <a:gd name="connsiteX3" fmla="*/ 36621 w 73241"/>
              <a:gd name="connsiteY3" fmla="*/ 72986 h 72986"/>
              <a:gd name="connsiteX4" fmla="*/ 0 w 73241"/>
              <a:gd name="connsiteY4" fmla="*/ 36493 h 72986"/>
              <a:gd name="connsiteX0" fmla="*/ 73242 w 164682"/>
              <a:gd name="connsiteY0" fmla="*/ 36493 h 127933"/>
              <a:gd name="connsiteX1" fmla="*/ 36621 w 164682"/>
              <a:gd name="connsiteY1" fmla="*/ 72986 h 127933"/>
              <a:gd name="connsiteX2" fmla="*/ 0 w 164682"/>
              <a:gd name="connsiteY2" fmla="*/ 36493 h 127933"/>
              <a:gd name="connsiteX3" fmla="*/ 36621 w 164682"/>
              <a:gd name="connsiteY3" fmla="*/ 0 h 127933"/>
              <a:gd name="connsiteX4" fmla="*/ 164682 w 164682"/>
              <a:gd name="connsiteY4" fmla="*/ 127933 h 127933"/>
              <a:gd name="connsiteX0" fmla="*/ 119683 w 1020748"/>
              <a:gd name="connsiteY0" fmla="*/ 65383 h 101876"/>
              <a:gd name="connsiteX1" fmla="*/ 83062 w 1020748"/>
              <a:gd name="connsiteY1" fmla="*/ 101876 h 101876"/>
              <a:gd name="connsiteX2" fmla="*/ 46441 w 1020748"/>
              <a:gd name="connsiteY2" fmla="*/ 65383 h 101876"/>
              <a:gd name="connsiteX3" fmla="*/ 83062 w 1020748"/>
              <a:gd name="connsiteY3" fmla="*/ 28890 h 101876"/>
              <a:gd name="connsiteX4" fmla="*/ 1020748 w 1020748"/>
              <a:gd name="connsiteY4" fmla="*/ 59192 h 101876"/>
              <a:gd name="connsiteX0" fmla="*/ 73242 w 974307"/>
              <a:gd name="connsiteY0" fmla="*/ 66817 h 103310"/>
              <a:gd name="connsiteX1" fmla="*/ 36621 w 974307"/>
              <a:gd name="connsiteY1" fmla="*/ 103310 h 103310"/>
              <a:gd name="connsiteX2" fmla="*/ 0 w 974307"/>
              <a:gd name="connsiteY2" fmla="*/ 66817 h 103310"/>
              <a:gd name="connsiteX3" fmla="*/ 36621 w 974307"/>
              <a:gd name="connsiteY3" fmla="*/ 30324 h 103310"/>
              <a:gd name="connsiteX4" fmla="*/ 974307 w 974307"/>
              <a:gd name="connsiteY4" fmla="*/ 60626 h 103310"/>
              <a:gd name="connsiteX0" fmla="*/ 73242 w 974307"/>
              <a:gd name="connsiteY0" fmla="*/ 42200 h 78693"/>
              <a:gd name="connsiteX1" fmla="*/ 36621 w 974307"/>
              <a:gd name="connsiteY1" fmla="*/ 78693 h 78693"/>
              <a:gd name="connsiteX2" fmla="*/ 0 w 974307"/>
              <a:gd name="connsiteY2" fmla="*/ 42200 h 78693"/>
              <a:gd name="connsiteX3" fmla="*/ 36621 w 974307"/>
              <a:gd name="connsiteY3" fmla="*/ 5707 h 78693"/>
              <a:gd name="connsiteX4" fmla="*/ 80240 w 974307"/>
              <a:gd name="connsiteY4" fmla="*/ 3172 h 78693"/>
              <a:gd name="connsiteX5" fmla="*/ 974307 w 974307"/>
              <a:gd name="connsiteY5" fmla="*/ 36009 h 78693"/>
              <a:gd name="connsiteX0" fmla="*/ 75441 w 976506"/>
              <a:gd name="connsiteY0" fmla="*/ 36496 h 72989"/>
              <a:gd name="connsiteX1" fmla="*/ 38820 w 976506"/>
              <a:gd name="connsiteY1" fmla="*/ 72989 h 72989"/>
              <a:gd name="connsiteX2" fmla="*/ 2199 w 976506"/>
              <a:gd name="connsiteY2" fmla="*/ 36496 h 72989"/>
              <a:gd name="connsiteX3" fmla="*/ 38820 w 976506"/>
              <a:gd name="connsiteY3" fmla="*/ 3 h 72989"/>
              <a:gd name="connsiteX4" fmla="*/ 77677 w 976506"/>
              <a:gd name="connsiteY4" fmla="*/ 37949 h 72989"/>
              <a:gd name="connsiteX5" fmla="*/ 976506 w 976506"/>
              <a:gd name="connsiteY5" fmla="*/ 30305 h 72989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7247 h 73740"/>
              <a:gd name="connsiteX1" fmla="*/ 36621 w 974307"/>
              <a:gd name="connsiteY1" fmla="*/ 73740 h 73740"/>
              <a:gd name="connsiteX2" fmla="*/ 0 w 974307"/>
              <a:gd name="connsiteY2" fmla="*/ 37247 h 73740"/>
              <a:gd name="connsiteX3" fmla="*/ 36621 w 974307"/>
              <a:gd name="connsiteY3" fmla="*/ 754 h 73740"/>
              <a:gd name="connsiteX4" fmla="*/ 75478 w 974307"/>
              <a:gd name="connsiteY4" fmla="*/ 38700 h 73740"/>
              <a:gd name="connsiteX5" fmla="*/ 974307 w 974307"/>
              <a:gd name="connsiteY5" fmla="*/ 31056 h 73740"/>
              <a:gd name="connsiteX0" fmla="*/ 73242 w 974307"/>
              <a:gd name="connsiteY0" fmla="*/ 36496 h 72989"/>
              <a:gd name="connsiteX1" fmla="*/ 36621 w 974307"/>
              <a:gd name="connsiteY1" fmla="*/ 72989 h 72989"/>
              <a:gd name="connsiteX2" fmla="*/ 0 w 974307"/>
              <a:gd name="connsiteY2" fmla="*/ 36496 h 72989"/>
              <a:gd name="connsiteX3" fmla="*/ 36621 w 974307"/>
              <a:gd name="connsiteY3" fmla="*/ 3 h 72989"/>
              <a:gd name="connsiteX4" fmla="*/ 75478 w 974307"/>
              <a:gd name="connsiteY4" fmla="*/ 37949 h 72989"/>
              <a:gd name="connsiteX5" fmla="*/ 974307 w 974307"/>
              <a:gd name="connsiteY5" fmla="*/ 3030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49355 h 72989"/>
              <a:gd name="connsiteX0" fmla="*/ 73242 w 967163"/>
              <a:gd name="connsiteY0" fmla="*/ 36496 h 72989"/>
              <a:gd name="connsiteX1" fmla="*/ 36621 w 967163"/>
              <a:gd name="connsiteY1" fmla="*/ 72989 h 72989"/>
              <a:gd name="connsiteX2" fmla="*/ 0 w 967163"/>
              <a:gd name="connsiteY2" fmla="*/ 36496 h 72989"/>
              <a:gd name="connsiteX3" fmla="*/ 36621 w 967163"/>
              <a:gd name="connsiteY3" fmla="*/ 3 h 72989"/>
              <a:gd name="connsiteX4" fmla="*/ 75478 w 967163"/>
              <a:gd name="connsiteY4" fmla="*/ 37949 h 72989"/>
              <a:gd name="connsiteX5" fmla="*/ 967163 w 967163"/>
              <a:gd name="connsiteY5" fmla="*/ 58880 h 72989"/>
              <a:gd name="connsiteX0" fmla="*/ 73242 w 967163"/>
              <a:gd name="connsiteY0" fmla="*/ 36516 h 73009"/>
              <a:gd name="connsiteX1" fmla="*/ 36621 w 967163"/>
              <a:gd name="connsiteY1" fmla="*/ 73009 h 73009"/>
              <a:gd name="connsiteX2" fmla="*/ 0 w 967163"/>
              <a:gd name="connsiteY2" fmla="*/ 36516 h 73009"/>
              <a:gd name="connsiteX3" fmla="*/ 36621 w 967163"/>
              <a:gd name="connsiteY3" fmla="*/ 23 h 73009"/>
              <a:gd name="connsiteX4" fmla="*/ 72662 w 967163"/>
              <a:gd name="connsiteY4" fmla="*/ 35555 h 73009"/>
              <a:gd name="connsiteX5" fmla="*/ 967163 w 967163"/>
              <a:gd name="connsiteY5" fmla="*/ 58900 h 73009"/>
              <a:gd name="connsiteX0" fmla="*/ 73242 w 967163"/>
              <a:gd name="connsiteY0" fmla="*/ 37354 h 73847"/>
              <a:gd name="connsiteX1" fmla="*/ 36621 w 967163"/>
              <a:gd name="connsiteY1" fmla="*/ 73847 h 73847"/>
              <a:gd name="connsiteX2" fmla="*/ 0 w 967163"/>
              <a:gd name="connsiteY2" fmla="*/ 37354 h 73847"/>
              <a:gd name="connsiteX3" fmla="*/ 36621 w 967163"/>
              <a:gd name="connsiteY3" fmla="*/ 861 h 73847"/>
              <a:gd name="connsiteX4" fmla="*/ 75076 w 967163"/>
              <a:gd name="connsiteY4" fmla="*/ 30760 h 73847"/>
              <a:gd name="connsiteX5" fmla="*/ 967163 w 967163"/>
              <a:gd name="connsiteY5" fmla="*/ 59738 h 7384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467 w 967163"/>
              <a:gd name="connsiteY4" fmla="*/ 36337 h 72987"/>
              <a:gd name="connsiteX5" fmla="*/ 967163 w 967163"/>
              <a:gd name="connsiteY5" fmla="*/ 58878 h 72987"/>
              <a:gd name="connsiteX0" fmla="*/ 73242 w 967163"/>
              <a:gd name="connsiteY0" fmla="*/ 38590 h 75083"/>
              <a:gd name="connsiteX1" fmla="*/ 36621 w 967163"/>
              <a:gd name="connsiteY1" fmla="*/ 75083 h 75083"/>
              <a:gd name="connsiteX2" fmla="*/ 0 w 967163"/>
              <a:gd name="connsiteY2" fmla="*/ 38590 h 75083"/>
              <a:gd name="connsiteX3" fmla="*/ 36621 w 967163"/>
              <a:gd name="connsiteY3" fmla="*/ 2097 h 75083"/>
              <a:gd name="connsiteX4" fmla="*/ 78295 w 967163"/>
              <a:gd name="connsiteY4" fmla="*/ 27973 h 75083"/>
              <a:gd name="connsiteX5" fmla="*/ 967163 w 967163"/>
              <a:gd name="connsiteY5" fmla="*/ 60974 h 75083"/>
              <a:gd name="connsiteX0" fmla="*/ 73242 w 967163"/>
              <a:gd name="connsiteY0" fmla="*/ 36517 h 73010"/>
              <a:gd name="connsiteX1" fmla="*/ 36621 w 967163"/>
              <a:gd name="connsiteY1" fmla="*/ 73010 h 73010"/>
              <a:gd name="connsiteX2" fmla="*/ 0 w 967163"/>
              <a:gd name="connsiteY2" fmla="*/ 36517 h 73010"/>
              <a:gd name="connsiteX3" fmla="*/ 36621 w 967163"/>
              <a:gd name="connsiteY3" fmla="*/ 24 h 73010"/>
              <a:gd name="connsiteX4" fmla="*/ 73467 w 967163"/>
              <a:gd name="connsiteY4" fmla="*/ 35556 h 73010"/>
              <a:gd name="connsiteX5" fmla="*/ 967163 w 967163"/>
              <a:gd name="connsiteY5" fmla="*/ 58901 h 73010"/>
              <a:gd name="connsiteX0" fmla="*/ 73242 w 967163"/>
              <a:gd name="connsiteY0" fmla="*/ 37791 h 74284"/>
              <a:gd name="connsiteX1" fmla="*/ 36621 w 967163"/>
              <a:gd name="connsiteY1" fmla="*/ 74284 h 74284"/>
              <a:gd name="connsiteX2" fmla="*/ 0 w 967163"/>
              <a:gd name="connsiteY2" fmla="*/ 37791 h 74284"/>
              <a:gd name="connsiteX3" fmla="*/ 36621 w 967163"/>
              <a:gd name="connsiteY3" fmla="*/ 1298 h 74284"/>
              <a:gd name="connsiteX4" fmla="*/ 77088 w 967163"/>
              <a:gd name="connsiteY4" fmla="*/ 29588 h 74284"/>
              <a:gd name="connsiteX5" fmla="*/ 967163 w 967163"/>
              <a:gd name="connsiteY5" fmla="*/ 60175 h 74284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1230 w 965151"/>
              <a:gd name="connsiteY0" fmla="*/ 36494 h 72987"/>
              <a:gd name="connsiteX1" fmla="*/ 34609 w 965151"/>
              <a:gd name="connsiteY1" fmla="*/ 72987 h 72987"/>
              <a:gd name="connsiteX2" fmla="*/ 0 w 965151"/>
              <a:gd name="connsiteY2" fmla="*/ 36494 h 72987"/>
              <a:gd name="connsiteX3" fmla="*/ 34609 w 965151"/>
              <a:gd name="connsiteY3" fmla="*/ 1 h 72987"/>
              <a:gd name="connsiteX4" fmla="*/ 71053 w 965151"/>
              <a:gd name="connsiteY4" fmla="*/ 36740 h 72987"/>
              <a:gd name="connsiteX5" fmla="*/ 965151 w 965151"/>
              <a:gd name="connsiteY5" fmla="*/ 58878 h 72987"/>
              <a:gd name="connsiteX0" fmla="*/ 75656 w 969577"/>
              <a:gd name="connsiteY0" fmla="*/ 36494 h 72987"/>
              <a:gd name="connsiteX1" fmla="*/ 39035 w 969577"/>
              <a:gd name="connsiteY1" fmla="*/ 72987 h 72987"/>
              <a:gd name="connsiteX2" fmla="*/ 0 w 969577"/>
              <a:gd name="connsiteY2" fmla="*/ 36494 h 72987"/>
              <a:gd name="connsiteX3" fmla="*/ 39035 w 969577"/>
              <a:gd name="connsiteY3" fmla="*/ 1 h 72987"/>
              <a:gd name="connsiteX4" fmla="*/ 75479 w 969577"/>
              <a:gd name="connsiteY4" fmla="*/ 36740 h 72987"/>
              <a:gd name="connsiteX5" fmla="*/ 969577 w 969577"/>
              <a:gd name="connsiteY5" fmla="*/ 58878 h 72987"/>
              <a:gd name="connsiteX0" fmla="*/ 73242 w 967163"/>
              <a:gd name="connsiteY0" fmla="*/ 36494 h 72987"/>
              <a:gd name="connsiteX1" fmla="*/ 36621 w 967163"/>
              <a:gd name="connsiteY1" fmla="*/ 72987 h 72987"/>
              <a:gd name="connsiteX2" fmla="*/ 0 w 967163"/>
              <a:gd name="connsiteY2" fmla="*/ 36494 h 72987"/>
              <a:gd name="connsiteX3" fmla="*/ 36621 w 967163"/>
              <a:gd name="connsiteY3" fmla="*/ 1 h 72987"/>
              <a:gd name="connsiteX4" fmla="*/ 73065 w 967163"/>
              <a:gd name="connsiteY4" fmla="*/ 36740 h 72987"/>
              <a:gd name="connsiteX5" fmla="*/ 967163 w 967163"/>
              <a:gd name="connsiteY5" fmla="*/ 58878 h 72987"/>
              <a:gd name="connsiteX0" fmla="*/ 73244 w 967165"/>
              <a:gd name="connsiteY0" fmla="*/ 36494 h 77412"/>
              <a:gd name="connsiteX1" fmla="*/ 35014 w 967165"/>
              <a:gd name="connsiteY1" fmla="*/ 77412 h 77412"/>
              <a:gd name="connsiteX2" fmla="*/ 2 w 967165"/>
              <a:gd name="connsiteY2" fmla="*/ 36494 h 77412"/>
              <a:gd name="connsiteX3" fmla="*/ 36623 w 967165"/>
              <a:gd name="connsiteY3" fmla="*/ 1 h 77412"/>
              <a:gd name="connsiteX4" fmla="*/ 73067 w 967165"/>
              <a:gd name="connsiteY4" fmla="*/ 36740 h 77412"/>
              <a:gd name="connsiteX5" fmla="*/ 967165 w 967165"/>
              <a:gd name="connsiteY5" fmla="*/ 58878 h 77412"/>
              <a:gd name="connsiteX0" fmla="*/ 73243 w 967164"/>
              <a:gd name="connsiteY0" fmla="*/ 36494 h 72986"/>
              <a:gd name="connsiteX1" fmla="*/ 35818 w 967164"/>
              <a:gd name="connsiteY1" fmla="*/ 72986 h 72986"/>
              <a:gd name="connsiteX2" fmla="*/ 1 w 967164"/>
              <a:gd name="connsiteY2" fmla="*/ 36494 h 72986"/>
              <a:gd name="connsiteX3" fmla="*/ 36622 w 967164"/>
              <a:gd name="connsiteY3" fmla="*/ 1 h 72986"/>
              <a:gd name="connsiteX4" fmla="*/ 73066 w 967164"/>
              <a:gd name="connsiteY4" fmla="*/ 36740 h 72986"/>
              <a:gd name="connsiteX5" fmla="*/ 967164 w 967164"/>
              <a:gd name="connsiteY5" fmla="*/ 58878 h 72986"/>
              <a:gd name="connsiteX0" fmla="*/ 73242 w 967163"/>
              <a:gd name="connsiteY0" fmla="*/ 36494 h 75400"/>
              <a:gd name="connsiteX1" fmla="*/ 36622 w 967163"/>
              <a:gd name="connsiteY1" fmla="*/ 75400 h 75400"/>
              <a:gd name="connsiteX2" fmla="*/ 0 w 967163"/>
              <a:gd name="connsiteY2" fmla="*/ 36494 h 75400"/>
              <a:gd name="connsiteX3" fmla="*/ 36621 w 967163"/>
              <a:gd name="connsiteY3" fmla="*/ 1 h 75400"/>
              <a:gd name="connsiteX4" fmla="*/ 73065 w 967163"/>
              <a:gd name="connsiteY4" fmla="*/ 36740 h 75400"/>
              <a:gd name="connsiteX5" fmla="*/ 967163 w 967163"/>
              <a:gd name="connsiteY5" fmla="*/ 58878 h 75400"/>
              <a:gd name="connsiteX0" fmla="*/ 73242 w 967163"/>
              <a:gd name="connsiteY0" fmla="*/ 36494 h 73791"/>
              <a:gd name="connsiteX1" fmla="*/ 35817 w 967163"/>
              <a:gd name="connsiteY1" fmla="*/ 73791 h 73791"/>
              <a:gd name="connsiteX2" fmla="*/ 0 w 967163"/>
              <a:gd name="connsiteY2" fmla="*/ 36494 h 73791"/>
              <a:gd name="connsiteX3" fmla="*/ 36621 w 967163"/>
              <a:gd name="connsiteY3" fmla="*/ 1 h 73791"/>
              <a:gd name="connsiteX4" fmla="*/ 73065 w 967163"/>
              <a:gd name="connsiteY4" fmla="*/ 36740 h 73791"/>
              <a:gd name="connsiteX5" fmla="*/ 967163 w 967163"/>
              <a:gd name="connsiteY5" fmla="*/ 58878 h 73791"/>
              <a:gd name="connsiteX0" fmla="*/ 73242 w 967163"/>
              <a:gd name="connsiteY0" fmla="*/ 36494 h 77814"/>
              <a:gd name="connsiteX1" fmla="*/ 35817 w 967163"/>
              <a:gd name="connsiteY1" fmla="*/ 77814 h 77814"/>
              <a:gd name="connsiteX2" fmla="*/ 0 w 967163"/>
              <a:gd name="connsiteY2" fmla="*/ 36494 h 77814"/>
              <a:gd name="connsiteX3" fmla="*/ 36621 w 967163"/>
              <a:gd name="connsiteY3" fmla="*/ 1 h 77814"/>
              <a:gd name="connsiteX4" fmla="*/ 73065 w 967163"/>
              <a:gd name="connsiteY4" fmla="*/ 36740 h 77814"/>
              <a:gd name="connsiteX5" fmla="*/ 967163 w 967163"/>
              <a:gd name="connsiteY5" fmla="*/ 58878 h 77814"/>
              <a:gd name="connsiteX0" fmla="*/ 73242 w 967163"/>
              <a:gd name="connsiteY0" fmla="*/ 36494 h 73389"/>
              <a:gd name="connsiteX1" fmla="*/ 35817 w 967163"/>
              <a:gd name="connsiteY1" fmla="*/ 73389 h 73389"/>
              <a:gd name="connsiteX2" fmla="*/ 0 w 967163"/>
              <a:gd name="connsiteY2" fmla="*/ 36494 h 73389"/>
              <a:gd name="connsiteX3" fmla="*/ 36621 w 967163"/>
              <a:gd name="connsiteY3" fmla="*/ 1 h 73389"/>
              <a:gd name="connsiteX4" fmla="*/ 73065 w 967163"/>
              <a:gd name="connsiteY4" fmla="*/ 36740 h 73389"/>
              <a:gd name="connsiteX5" fmla="*/ 967163 w 967163"/>
              <a:gd name="connsiteY5" fmla="*/ 58878 h 73389"/>
              <a:gd name="connsiteX0" fmla="*/ 84507 w 978428"/>
              <a:gd name="connsiteY0" fmla="*/ 36495 h 73391"/>
              <a:gd name="connsiteX1" fmla="*/ 47082 w 978428"/>
              <a:gd name="connsiteY1" fmla="*/ 73390 h 73391"/>
              <a:gd name="connsiteX2" fmla="*/ 0 w 978428"/>
              <a:gd name="connsiteY2" fmla="*/ 37702 h 73391"/>
              <a:gd name="connsiteX3" fmla="*/ 47886 w 978428"/>
              <a:gd name="connsiteY3" fmla="*/ 2 h 73391"/>
              <a:gd name="connsiteX4" fmla="*/ 84330 w 978428"/>
              <a:gd name="connsiteY4" fmla="*/ 36741 h 73391"/>
              <a:gd name="connsiteX5" fmla="*/ 978428 w 978428"/>
              <a:gd name="connsiteY5" fmla="*/ 58879 h 73391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93760 w 987681"/>
              <a:gd name="connsiteY0" fmla="*/ 36494 h 73390"/>
              <a:gd name="connsiteX1" fmla="*/ 56335 w 987681"/>
              <a:gd name="connsiteY1" fmla="*/ 73389 h 73390"/>
              <a:gd name="connsiteX2" fmla="*/ 0 w 987681"/>
              <a:gd name="connsiteY2" fmla="*/ 35287 h 73390"/>
              <a:gd name="connsiteX3" fmla="*/ 57139 w 987681"/>
              <a:gd name="connsiteY3" fmla="*/ 1 h 73390"/>
              <a:gd name="connsiteX4" fmla="*/ 93583 w 987681"/>
              <a:gd name="connsiteY4" fmla="*/ 36740 h 73390"/>
              <a:gd name="connsiteX5" fmla="*/ 987681 w 987681"/>
              <a:gd name="connsiteY5" fmla="*/ 58878 h 73390"/>
              <a:gd name="connsiteX0" fmla="*/ 73645 w 967566"/>
              <a:gd name="connsiteY0" fmla="*/ 36494 h 73389"/>
              <a:gd name="connsiteX1" fmla="*/ 36220 w 967566"/>
              <a:gd name="connsiteY1" fmla="*/ 73389 h 73389"/>
              <a:gd name="connsiteX2" fmla="*/ 1 w 967566"/>
              <a:gd name="connsiteY2" fmla="*/ 37299 h 73389"/>
              <a:gd name="connsiteX3" fmla="*/ 37024 w 967566"/>
              <a:gd name="connsiteY3" fmla="*/ 1 h 73389"/>
              <a:gd name="connsiteX4" fmla="*/ 73468 w 967566"/>
              <a:gd name="connsiteY4" fmla="*/ 36740 h 73389"/>
              <a:gd name="connsiteX5" fmla="*/ 967566 w 967566"/>
              <a:gd name="connsiteY5" fmla="*/ 58878 h 73389"/>
              <a:gd name="connsiteX0" fmla="*/ 73652 w 967573"/>
              <a:gd name="connsiteY0" fmla="*/ 36494 h 73390"/>
              <a:gd name="connsiteX1" fmla="*/ 36227 w 967573"/>
              <a:gd name="connsiteY1" fmla="*/ 73389 h 73390"/>
              <a:gd name="connsiteX2" fmla="*/ 8 w 967573"/>
              <a:gd name="connsiteY2" fmla="*/ 37299 h 73390"/>
              <a:gd name="connsiteX3" fmla="*/ 37031 w 967573"/>
              <a:gd name="connsiteY3" fmla="*/ 1 h 73390"/>
              <a:gd name="connsiteX4" fmla="*/ 73475 w 967573"/>
              <a:gd name="connsiteY4" fmla="*/ 36740 h 73390"/>
              <a:gd name="connsiteX5" fmla="*/ 967573 w 967573"/>
              <a:gd name="connsiteY5" fmla="*/ 58878 h 73390"/>
              <a:gd name="connsiteX0" fmla="*/ 73655 w 967576"/>
              <a:gd name="connsiteY0" fmla="*/ 36494 h 73487"/>
              <a:gd name="connsiteX1" fmla="*/ 36230 w 967576"/>
              <a:gd name="connsiteY1" fmla="*/ 73389 h 73487"/>
              <a:gd name="connsiteX2" fmla="*/ 11 w 967576"/>
              <a:gd name="connsiteY2" fmla="*/ 37299 h 73487"/>
              <a:gd name="connsiteX3" fmla="*/ 37034 w 967576"/>
              <a:gd name="connsiteY3" fmla="*/ 1 h 73487"/>
              <a:gd name="connsiteX4" fmla="*/ 73478 w 967576"/>
              <a:gd name="connsiteY4" fmla="*/ 36740 h 73487"/>
              <a:gd name="connsiteX5" fmla="*/ 967576 w 967576"/>
              <a:gd name="connsiteY5" fmla="*/ 58878 h 73487"/>
              <a:gd name="connsiteX0" fmla="*/ 73655 w 967576"/>
              <a:gd name="connsiteY0" fmla="*/ 36494 h 73407"/>
              <a:gd name="connsiteX1" fmla="*/ 36230 w 967576"/>
              <a:gd name="connsiteY1" fmla="*/ 73389 h 73407"/>
              <a:gd name="connsiteX2" fmla="*/ 11 w 967576"/>
              <a:gd name="connsiteY2" fmla="*/ 37299 h 73407"/>
              <a:gd name="connsiteX3" fmla="*/ 37034 w 967576"/>
              <a:gd name="connsiteY3" fmla="*/ 1 h 73407"/>
              <a:gd name="connsiteX4" fmla="*/ 73478 w 967576"/>
              <a:gd name="connsiteY4" fmla="*/ 36740 h 73407"/>
              <a:gd name="connsiteX5" fmla="*/ 967576 w 967576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47 w 967568"/>
              <a:gd name="connsiteY0" fmla="*/ 36494 h 73407"/>
              <a:gd name="connsiteX1" fmla="*/ 36222 w 967568"/>
              <a:gd name="connsiteY1" fmla="*/ 73389 h 73407"/>
              <a:gd name="connsiteX2" fmla="*/ 3 w 967568"/>
              <a:gd name="connsiteY2" fmla="*/ 37299 h 73407"/>
              <a:gd name="connsiteX3" fmla="*/ 37026 w 967568"/>
              <a:gd name="connsiteY3" fmla="*/ 1 h 73407"/>
              <a:gd name="connsiteX4" fmla="*/ 73470 w 967568"/>
              <a:gd name="connsiteY4" fmla="*/ 36740 h 73407"/>
              <a:gd name="connsiteX5" fmla="*/ 967568 w 967568"/>
              <a:gd name="connsiteY5" fmla="*/ 58878 h 73407"/>
              <a:gd name="connsiteX0" fmla="*/ 73676 w 967597"/>
              <a:gd name="connsiteY0" fmla="*/ 36494 h 73407"/>
              <a:gd name="connsiteX1" fmla="*/ 36251 w 967597"/>
              <a:gd name="connsiteY1" fmla="*/ 73389 h 73407"/>
              <a:gd name="connsiteX2" fmla="*/ 32 w 967597"/>
              <a:gd name="connsiteY2" fmla="*/ 37299 h 73407"/>
              <a:gd name="connsiteX3" fmla="*/ 37055 w 967597"/>
              <a:gd name="connsiteY3" fmla="*/ 1 h 73407"/>
              <a:gd name="connsiteX4" fmla="*/ 73499 w 967597"/>
              <a:gd name="connsiteY4" fmla="*/ 36740 h 73407"/>
              <a:gd name="connsiteX5" fmla="*/ 967597 w 967597"/>
              <a:gd name="connsiteY5" fmla="*/ 58878 h 73407"/>
              <a:gd name="connsiteX0" fmla="*/ 73658 w 967579"/>
              <a:gd name="connsiteY0" fmla="*/ 36494 h 73407"/>
              <a:gd name="connsiteX1" fmla="*/ 36233 w 967579"/>
              <a:gd name="connsiteY1" fmla="*/ 73389 h 73407"/>
              <a:gd name="connsiteX2" fmla="*/ 14 w 967579"/>
              <a:gd name="connsiteY2" fmla="*/ 37299 h 73407"/>
              <a:gd name="connsiteX3" fmla="*/ 37037 w 967579"/>
              <a:gd name="connsiteY3" fmla="*/ 1 h 73407"/>
              <a:gd name="connsiteX4" fmla="*/ 73481 w 967579"/>
              <a:gd name="connsiteY4" fmla="*/ 36740 h 73407"/>
              <a:gd name="connsiteX5" fmla="*/ 967579 w 967579"/>
              <a:gd name="connsiteY5" fmla="*/ 58878 h 73407"/>
              <a:gd name="connsiteX0" fmla="*/ 73644 w 967565"/>
              <a:gd name="connsiteY0" fmla="*/ 36494 h 73407"/>
              <a:gd name="connsiteX1" fmla="*/ 36219 w 967565"/>
              <a:gd name="connsiteY1" fmla="*/ 73389 h 73407"/>
              <a:gd name="connsiteX2" fmla="*/ 0 w 967565"/>
              <a:gd name="connsiteY2" fmla="*/ 37299 h 73407"/>
              <a:gd name="connsiteX3" fmla="*/ 37023 w 967565"/>
              <a:gd name="connsiteY3" fmla="*/ 1 h 73407"/>
              <a:gd name="connsiteX4" fmla="*/ 73467 w 967565"/>
              <a:gd name="connsiteY4" fmla="*/ 36740 h 73407"/>
              <a:gd name="connsiteX5" fmla="*/ 967565 w 967565"/>
              <a:gd name="connsiteY5" fmla="*/ 58878 h 73407"/>
              <a:gd name="connsiteX0" fmla="*/ 73644 w 967565"/>
              <a:gd name="connsiteY0" fmla="*/ 36530 h 73443"/>
              <a:gd name="connsiteX1" fmla="*/ 36219 w 967565"/>
              <a:gd name="connsiteY1" fmla="*/ 73425 h 73443"/>
              <a:gd name="connsiteX2" fmla="*/ 0 w 967565"/>
              <a:gd name="connsiteY2" fmla="*/ 37335 h 73443"/>
              <a:gd name="connsiteX3" fmla="*/ 37023 w 967565"/>
              <a:gd name="connsiteY3" fmla="*/ 37 h 73443"/>
              <a:gd name="connsiteX4" fmla="*/ 73467 w 967565"/>
              <a:gd name="connsiteY4" fmla="*/ 36776 h 73443"/>
              <a:gd name="connsiteX5" fmla="*/ 967565 w 967565"/>
              <a:gd name="connsiteY5" fmla="*/ 58914 h 73443"/>
              <a:gd name="connsiteX0" fmla="*/ 73644 w 967565"/>
              <a:gd name="connsiteY0" fmla="*/ 36501 h 73414"/>
              <a:gd name="connsiteX1" fmla="*/ 36219 w 967565"/>
              <a:gd name="connsiteY1" fmla="*/ 73396 h 73414"/>
              <a:gd name="connsiteX2" fmla="*/ 0 w 967565"/>
              <a:gd name="connsiteY2" fmla="*/ 37306 h 73414"/>
              <a:gd name="connsiteX3" fmla="*/ 37023 w 967565"/>
              <a:gd name="connsiteY3" fmla="*/ 8 h 73414"/>
              <a:gd name="connsiteX4" fmla="*/ 73467 w 967565"/>
              <a:gd name="connsiteY4" fmla="*/ 36747 h 73414"/>
              <a:gd name="connsiteX5" fmla="*/ 967565 w 967565"/>
              <a:gd name="connsiteY5" fmla="*/ 58885 h 73414"/>
              <a:gd name="connsiteX0" fmla="*/ 73644 w 967565"/>
              <a:gd name="connsiteY0" fmla="*/ 36514 h 73427"/>
              <a:gd name="connsiteX1" fmla="*/ 36219 w 967565"/>
              <a:gd name="connsiteY1" fmla="*/ 73409 h 73427"/>
              <a:gd name="connsiteX2" fmla="*/ 0 w 967565"/>
              <a:gd name="connsiteY2" fmla="*/ 37319 h 73427"/>
              <a:gd name="connsiteX3" fmla="*/ 37023 w 967565"/>
              <a:gd name="connsiteY3" fmla="*/ 21 h 73427"/>
              <a:gd name="connsiteX4" fmla="*/ 73467 w 967565"/>
              <a:gd name="connsiteY4" fmla="*/ 36760 h 73427"/>
              <a:gd name="connsiteX5" fmla="*/ 967565 w 967565"/>
              <a:gd name="connsiteY5" fmla="*/ 58898 h 73427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22"/>
              <a:gd name="connsiteX1" fmla="*/ 36219 w 967565"/>
              <a:gd name="connsiteY1" fmla="*/ 73404 h 73422"/>
              <a:gd name="connsiteX2" fmla="*/ 0 w 967565"/>
              <a:gd name="connsiteY2" fmla="*/ 37314 h 73422"/>
              <a:gd name="connsiteX3" fmla="*/ 37023 w 967565"/>
              <a:gd name="connsiteY3" fmla="*/ 16 h 73422"/>
              <a:gd name="connsiteX4" fmla="*/ 73467 w 967565"/>
              <a:gd name="connsiteY4" fmla="*/ 36755 h 73422"/>
              <a:gd name="connsiteX5" fmla="*/ 967565 w 967565"/>
              <a:gd name="connsiteY5" fmla="*/ 58893 h 73422"/>
              <a:gd name="connsiteX0" fmla="*/ 73644 w 967565"/>
              <a:gd name="connsiteY0" fmla="*/ 36509 h 73404"/>
              <a:gd name="connsiteX1" fmla="*/ 36219 w 967565"/>
              <a:gd name="connsiteY1" fmla="*/ 73404 h 73404"/>
              <a:gd name="connsiteX2" fmla="*/ 0 w 967565"/>
              <a:gd name="connsiteY2" fmla="*/ 37314 h 73404"/>
              <a:gd name="connsiteX3" fmla="*/ 37023 w 967565"/>
              <a:gd name="connsiteY3" fmla="*/ 16 h 73404"/>
              <a:gd name="connsiteX4" fmla="*/ 73467 w 967565"/>
              <a:gd name="connsiteY4" fmla="*/ 36755 h 73404"/>
              <a:gd name="connsiteX5" fmla="*/ 967565 w 967565"/>
              <a:gd name="connsiteY5" fmla="*/ 58893 h 73404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9 h 73450"/>
              <a:gd name="connsiteX1" fmla="*/ 36219 w 967565"/>
              <a:gd name="connsiteY1" fmla="*/ 73404 h 73450"/>
              <a:gd name="connsiteX2" fmla="*/ 0 w 967565"/>
              <a:gd name="connsiteY2" fmla="*/ 37314 h 73450"/>
              <a:gd name="connsiteX3" fmla="*/ 37023 w 967565"/>
              <a:gd name="connsiteY3" fmla="*/ 16 h 73450"/>
              <a:gd name="connsiteX4" fmla="*/ 73467 w 967565"/>
              <a:gd name="connsiteY4" fmla="*/ 36755 h 73450"/>
              <a:gd name="connsiteX5" fmla="*/ 967565 w 967565"/>
              <a:gd name="connsiteY5" fmla="*/ 58893 h 73450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3467 w 967565"/>
              <a:gd name="connsiteY4" fmla="*/ 36747 h 73442"/>
              <a:gd name="connsiteX5" fmla="*/ 967565 w 967565"/>
              <a:gd name="connsiteY5" fmla="*/ 58885 h 73442"/>
              <a:gd name="connsiteX0" fmla="*/ 73644 w 967565"/>
              <a:gd name="connsiteY0" fmla="*/ 36501 h 73442"/>
              <a:gd name="connsiteX1" fmla="*/ 36219 w 967565"/>
              <a:gd name="connsiteY1" fmla="*/ 73396 h 73442"/>
              <a:gd name="connsiteX2" fmla="*/ 0 w 967565"/>
              <a:gd name="connsiteY2" fmla="*/ 37306 h 73442"/>
              <a:gd name="connsiteX3" fmla="*/ 37023 w 967565"/>
              <a:gd name="connsiteY3" fmla="*/ 8 h 73442"/>
              <a:gd name="connsiteX4" fmla="*/ 72260 w 967565"/>
              <a:gd name="connsiteY4" fmla="*/ 36345 h 73442"/>
              <a:gd name="connsiteX5" fmla="*/ 967565 w 967565"/>
              <a:gd name="connsiteY5" fmla="*/ 58885 h 73442"/>
              <a:gd name="connsiteX0" fmla="*/ 73644 w 967565"/>
              <a:gd name="connsiteY0" fmla="*/ 36501 h 73396"/>
              <a:gd name="connsiteX1" fmla="*/ 36219 w 967565"/>
              <a:gd name="connsiteY1" fmla="*/ 73396 h 73396"/>
              <a:gd name="connsiteX2" fmla="*/ 0 w 967565"/>
              <a:gd name="connsiteY2" fmla="*/ 37306 h 73396"/>
              <a:gd name="connsiteX3" fmla="*/ 37023 w 967565"/>
              <a:gd name="connsiteY3" fmla="*/ 8 h 73396"/>
              <a:gd name="connsiteX4" fmla="*/ 72260 w 967565"/>
              <a:gd name="connsiteY4" fmla="*/ 36345 h 73396"/>
              <a:gd name="connsiteX5" fmla="*/ 967565 w 967565"/>
              <a:gd name="connsiteY5" fmla="*/ 58885 h 73396"/>
              <a:gd name="connsiteX0" fmla="*/ 73644 w 967565"/>
              <a:gd name="connsiteY0" fmla="*/ 36501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2260 w 967565"/>
              <a:gd name="connsiteY4" fmla="*/ 36345 h 73399"/>
              <a:gd name="connsiteX5" fmla="*/ 967565 w 967565"/>
              <a:gd name="connsiteY5" fmla="*/ 58885 h 73399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2260 w 967565"/>
              <a:gd name="connsiteY4" fmla="*/ 36345 h 73398"/>
              <a:gd name="connsiteX5" fmla="*/ 967565 w 967565"/>
              <a:gd name="connsiteY5" fmla="*/ 58885 h 73398"/>
              <a:gd name="connsiteX0" fmla="*/ 71632 w 967565"/>
              <a:gd name="connsiteY0" fmla="*/ 36903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4448 w 967565"/>
              <a:gd name="connsiteY0" fmla="*/ 45352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400"/>
              <a:gd name="connsiteX1" fmla="*/ 36219 w 967565"/>
              <a:gd name="connsiteY1" fmla="*/ 73396 h 73400"/>
              <a:gd name="connsiteX2" fmla="*/ 0 w 967565"/>
              <a:gd name="connsiteY2" fmla="*/ 37306 h 73400"/>
              <a:gd name="connsiteX3" fmla="*/ 37023 w 967565"/>
              <a:gd name="connsiteY3" fmla="*/ 8 h 73400"/>
              <a:gd name="connsiteX4" fmla="*/ 73065 w 967565"/>
              <a:gd name="connsiteY4" fmla="*/ 35540 h 73400"/>
              <a:gd name="connsiteX5" fmla="*/ 967565 w 967565"/>
              <a:gd name="connsiteY5" fmla="*/ 58885 h 73400"/>
              <a:gd name="connsiteX0" fmla="*/ 72839 w 967565"/>
              <a:gd name="connsiteY0" fmla="*/ 35294 h 73399"/>
              <a:gd name="connsiteX1" fmla="*/ 36219 w 967565"/>
              <a:gd name="connsiteY1" fmla="*/ 73396 h 73399"/>
              <a:gd name="connsiteX2" fmla="*/ 0 w 967565"/>
              <a:gd name="connsiteY2" fmla="*/ 37306 h 73399"/>
              <a:gd name="connsiteX3" fmla="*/ 37023 w 967565"/>
              <a:gd name="connsiteY3" fmla="*/ 8 h 73399"/>
              <a:gd name="connsiteX4" fmla="*/ 73065 w 967565"/>
              <a:gd name="connsiteY4" fmla="*/ 35540 h 73399"/>
              <a:gd name="connsiteX5" fmla="*/ 967565 w 967565"/>
              <a:gd name="connsiteY5" fmla="*/ 58885 h 73399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7023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7023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303 h 73407"/>
              <a:gd name="connsiteX1" fmla="*/ 36219 w 967565"/>
              <a:gd name="connsiteY1" fmla="*/ 73405 h 73407"/>
              <a:gd name="connsiteX2" fmla="*/ 0 w 967565"/>
              <a:gd name="connsiteY2" fmla="*/ 37315 h 73407"/>
              <a:gd name="connsiteX3" fmla="*/ 35816 w 967565"/>
              <a:gd name="connsiteY3" fmla="*/ 17 h 73407"/>
              <a:gd name="connsiteX4" fmla="*/ 73065 w 967565"/>
              <a:gd name="connsiteY4" fmla="*/ 35549 h 73407"/>
              <a:gd name="connsiteX5" fmla="*/ 967565 w 967565"/>
              <a:gd name="connsiteY5" fmla="*/ 58894 h 73407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967565"/>
              <a:gd name="connsiteY0" fmla="*/ 35294 h 73398"/>
              <a:gd name="connsiteX1" fmla="*/ 36219 w 967565"/>
              <a:gd name="connsiteY1" fmla="*/ 73396 h 73398"/>
              <a:gd name="connsiteX2" fmla="*/ 0 w 967565"/>
              <a:gd name="connsiteY2" fmla="*/ 37306 h 73398"/>
              <a:gd name="connsiteX3" fmla="*/ 35816 w 967565"/>
              <a:gd name="connsiteY3" fmla="*/ 8 h 73398"/>
              <a:gd name="connsiteX4" fmla="*/ 73065 w 967565"/>
              <a:gd name="connsiteY4" fmla="*/ 35540 h 73398"/>
              <a:gd name="connsiteX5" fmla="*/ 967565 w 967565"/>
              <a:gd name="connsiteY5" fmla="*/ 58885 h 73398"/>
              <a:gd name="connsiteX0" fmla="*/ 72839 w 1300939"/>
              <a:gd name="connsiteY0" fmla="*/ 35294 h 73398"/>
              <a:gd name="connsiteX1" fmla="*/ 36219 w 1300939"/>
              <a:gd name="connsiteY1" fmla="*/ 73396 h 73398"/>
              <a:gd name="connsiteX2" fmla="*/ 0 w 1300939"/>
              <a:gd name="connsiteY2" fmla="*/ 37306 h 73398"/>
              <a:gd name="connsiteX3" fmla="*/ 35816 w 1300939"/>
              <a:gd name="connsiteY3" fmla="*/ 8 h 73398"/>
              <a:gd name="connsiteX4" fmla="*/ 73065 w 1300939"/>
              <a:gd name="connsiteY4" fmla="*/ 35540 h 73398"/>
              <a:gd name="connsiteX5" fmla="*/ 1300939 w 1300939"/>
              <a:gd name="connsiteY5" fmla="*/ 65360 h 73398"/>
              <a:gd name="connsiteX0" fmla="*/ 72839 w 1745944"/>
              <a:gd name="connsiteY0" fmla="*/ 35294 h 73398"/>
              <a:gd name="connsiteX1" fmla="*/ 36219 w 1745944"/>
              <a:gd name="connsiteY1" fmla="*/ 73396 h 73398"/>
              <a:gd name="connsiteX2" fmla="*/ 0 w 1745944"/>
              <a:gd name="connsiteY2" fmla="*/ 37306 h 73398"/>
              <a:gd name="connsiteX3" fmla="*/ 35816 w 1745944"/>
              <a:gd name="connsiteY3" fmla="*/ 8 h 73398"/>
              <a:gd name="connsiteX4" fmla="*/ 73065 w 1745944"/>
              <a:gd name="connsiteY4" fmla="*/ 35540 h 73398"/>
              <a:gd name="connsiteX5" fmla="*/ 1745944 w 1745944"/>
              <a:gd name="connsiteY5" fmla="*/ 52049 h 73398"/>
              <a:gd name="connsiteX0" fmla="*/ 72839 w 2995888"/>
              <a:gd name="connsiteY0" fmla="*/ 35294 h 109067"/>
              <a:gd name="connsiteX1" fmla="*/ 36219 w 2995888"/>
              <a:gd name="connsiteY1" fmla="*/ 73396 h 109067"/>
              <a:gd name="connsiteX2" fmla="*/ 0 w 2995888"/>
              <a:gd name="connsiteY2" fmla="*/ 37306 h 109067"/>
              <a:gd name="connsiteX3" fmla="*/ 35816 w 2995888"/>
              <a:gd name="connsiteY3" fmla="*/ 8 h 109067"/>
              <a:gd name="connsiteX4" fmla="*/ 73065 w 2995888"/>
              <a:gd name="connsiteY4" fmla="*/ 35540 h 109067"/>
              <a:gd name="connsiteX5" fmla="*/ 2995888 w 2995888"/>
              <a:gd name="connsiteY5" fmla="*/ 109067 h 109067"/>
              <a:gd name="connsiteX0" fmla="*/ 72839 w 4440867"/>
              <a:gd name="connsiteY0" fmla="*/ 35294 h 107831"/>
              <a:gd name="connsiteX1" fmla="*/ 36219 w 4440867"/>
              <a:gd name="connsiteY1" fmla="*/ 73396 h 107831"/>
              <a:gd name="connsiteX2" fmla="*/ 0 w 4440867"/>
              <a:gd name="connsiteY2" fmla="*/ 37306 h 107831"/>
              <a:gd name="connsiteX3" fmla="*/ 35816 w 4440867"/>
              <a:gd name="connsiteY3" fmla="*/ 8 h 107831"/>
              <a:gd name="connsiteX4" fmla="*/ 73065 w 4440867"/>
              <a:gd name="connsiteY4" fmla="*/ 35540 h 107831"/>
              <a:gd name="connsiteX5" fmla="*/ 4440867 w 4440867"/>
              <a:gd name="connsiteY5" fmla="*/ 107831 h 10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0867" h="107831">
                <a:moveTo>
                  <a:pt x="72839" y="35294"/>
                </a:moveTo>
                <a:cubicBezTo>
                  <a:pt x="74850" y="55852"/>
                  <a:pt x="56538" y="73664"/>
                  <a:pt x="36219" y="73396"/>
                </a:cubicBezTo>
                <a:cubicBezTo>
                  <a:pt x="17508" y="72725"/>
                  <a:pt x="1073" y="59595"/>
                  <a:pt x="0" y="37306"/>
                </a:cubicBezTo>
                <a:cubicBezTo>
                  <a:pt x="536" y="8578"/>
                  <a:pt x="23974" y="-302"/>
                  <a:pt x="35816" y="8"/>
                </a:cubicBezTo>
                <a:cubicBezTo>
                  <a:pt x="50071" y="-85"/>
                  <a:pt x="72032" y="9592"/>
                  <a:pt x="73065" y="35540"/>
                </a:cubicBezTo>
                <a:lnTo>
                  <a:pt x="4440867" y="107831"/>
                </a:lnTo>
              </a:path>
            </a:pathLst>
          </a:custGeom>
          <a:solidFill>
            <a:schemeClr val="accent1"/>
          </a:solidFill>
          <a:ln w="22225">
            <a:solidFill>
              <a:schemeClr val="tx2"/>
            </a:solidFill>
            <a:miter lim="800000"/>
          </a:ln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6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                                                  </a:t>
            </a:r>
          </a:p>
        </p:txBody>
      </p:sp>
      <p:sp>
        <p:nvSpPr>
          <p:cNvPr id="71" name="Text 12"/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396000" y="2758867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2" name="Text 11"/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396000" y="4005735"/>
            <a:ext cx="25560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7" name="Text 10"/>
          <p:cNvSpPr>
            <a:spLocks noGrp="1"/>
          </p:cNvSpPr>
          <p:nvPr>
            <p:ph type="body" sz="quarter" idx="53" hasCustomPrompt="1"/>
          </p:nvPr>
        </p:nvSpPr>
        <p:spPr bwMode="gray">
          <a:xfrm>
            <a:off x="396000" y="5252601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8" name="Text 9"/>
          <p:cNvSpPr>
            <a:spLocks noGrp="1"/>
          </p:cNvSpPr>
          <p:nvPr>
            <p:ph type="body" sz="quarter" idx="54" hasCustomPrompt="1"/>
          </p:nvPr>
        </p:nvSpPr>
        <p:spPr bwMode="gray">
          <a:xfrm>
            <a:off x="4223026" y="5252601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9" name="Text 8"/>
          <p:cNvSpPr>
            <a:spLocks noGrp="1"/>
          </p:cNvSpPr>
          <p:nvPr>
            <p:ph type="body" sz="quarter" idx="55" hasCustomPrompt="1"/>
          </p:nvPr>
        </p:nvSpPr>
        <p:spPr bwMode="gray">
          <a:xfrm>
            <a:off x="6134851" y="5252601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8" name="Text 7"/>
          <p:cNvSpPr>
            <a:spLocks noGrp="1"/>
          </p:cNvSpPr>
          <p:nvPr>
            <p:ph type="body" sz="quarter" idx="52" hasCustomPrompt="1"/>
          </p:nvPr>
        </p:nvSpPr>
        <p:spPr bwMode="gray">
          <a:xfrm>
            <a:off x="8046675" y="5252601"/>
            <a:ext cx="3744602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6" name="Text 6"/>
          <p:cNvSpPr>
            <a:spLocks noGrp="1"/>
          </p:cNvSpPr>
          <p:nvPr>
            <p:ph type="body" sz="quarter" idx="51" hasCustomPrompt="1"/>
          </p:nvPr>
        </p:nvSpPr>
        <p:spPr bwMode="gray">
          <a:xfrm>
            <a:off x="9245474" y="4010671"/>
            <a:ext cx="2545802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4" name="Text 5"/>
          <p:cNvSpPr>
            <a:spLocks noGrp="1"/>
          </p:cNvSpPr>
          <p:nvPr>
            <p:ph type="body" sz="quarter" idx="50" hasCustomPrompt="1"/>
          </p:nvPr>
        </p:nvSpPr>
        <p:spPr bwMode="gray">
          <a:xfrm>
            <a:off x="9245474" y="2763803"/>
            <a:ext cx="2546476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3" name="Text 4"/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8046674" y="1516936"/>
            <a:ext cx="3748451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7" name="Text 3"/>
          <p:cNvSpPr>
            <a:spLocks noGrp="1"/>
          </p:cNvSpPr>
          <p:nvPr>
            <p:ph type="body" sz="quarter" idx="47" hasCustomPrompt="1"/>
          </p:nvPr>
        </p:nvSpPr>
        <p:spPr bwMode="gray">
          <a:xfrm>
            <a:off x="6134851" y="1516936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marR="0" indent="0" algn="l" defTabSz="9142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9" name="Text 2"/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4223026" y="1516936"/>
            <a:ext cx="18396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70" name="Text 1"/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396000" y="1516936"/>
            <a:ext cx="3754800" cy="1173600"/>
          </a:xfrm>
          <a:solidFill>
            <a:schemeClr val="tx2"/>
          </a:solidFill>
        </p:spPr>
        <p:txBody>
          <a:bodyPr lIns="71990" tIns="71990" rIns="71990" anchor="t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100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13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Insert text in Corpo S Text Light in 16 pt.</a:t>
            </a:r>
            <a:endParaRPr lang="en-US"/>
          </a:p>
        </p:txBody>
      </p:sp>
      <p:sp>
        <p:nvSpPr>
          <p:cNvPr id="62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45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51930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9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2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animBg="1">
        <p:tmplLst>
          <p:tmpl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5" orient="horz" pos="4047">
          <p15:clr>
            <a:srgbClr val="A4A3A4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1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2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2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24" name="Placeholder classification"/>
          <p:cNvSpPr>
            <a:spLocks noGrp="1"/>
          </p:cNvSpPr>
          <p:nvPr>
            <p:ph type="body" sz="quarter" idx="34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0" name="Text 8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222800" y="2313542"/>
            <a:ext cx="7569150" cy="32047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8" name="Text 7"/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396000" y="5122242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28" name="Text 6"/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396000" y="4654128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29" name="Text 5"/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396000" y="4186011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7" name="Text 4"/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96000" y="3717893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9" name="Text 3"/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396000" y="3249776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6" name="Text 2"/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396000" y="2782243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5" name="Text 1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96000" y="2313543"/>
            <a:ext cx="3754800" cy="396000"/>
          </a:xfrm>
          <a:solidFill>
            <a:schemeClr val="tx2"/>
          </a:solidFill>
        </p:spPr>
        <p:txBody>
          <a:bodyPr lIns="107985" tIns="35995" rIns="107985" bIns="35995" anchor="ctr" anchorCtr="0"/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</a:defRPr>
            </a:lvl1pPr>
            <a:lvl2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Aft>
                <a:spcPts val="0"/>
              </a:spcAft>
              <a:buNone/>
              <a:defRPr sz="20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Highlight in Corpo S Text Light</a:t>
            </a:r>
          </a:p>
        </p:txBody>
      </p:sp>
      <p:sp>
        <p:nvSpPr>
          <p:cNvPr id="32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27" name="Optional chapter heading"/>
          <p:cNvSpPr>
            <a:spLocks noGrp="1"/>
          </p:cNvSpPr>
          <p:nvPr>
            <p:ph type="body" sz="quarter" idx="13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20957546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3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74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75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76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1" name="Spacing" hidden="1"/>
          <p:cNvSpPr/>
          <p:nvPr userDrawn="1"/>
        </p:nvSpPr>
        <p:spPr>
          <a:xfrm>
            <a:off x="395880" y="1511767"/>
            <a:ext cx="11399452" cy="3895508"/>
          </a:xfrm>
          <a:prstGeom prst="rect">
            <a:avLst/>
          </a:prstGeom>
          <a:solidFill>
            <a:schemeClr val="accent1"/>
          </a:solidFill>
          <a:ln w="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/>
          </a:p>
        </p:txBody>
      </p:sp>
      <p:sp>
        <p:nvSpPr>
          <p:cNvPr id="86" name="Caption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5436002"/>
            <a:ext cx="11397600" cy="9902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 marL="0" indent="0">
              <a:spcAft>
                <a:spcPts val="0"/>
              </a:spcAft>
              <a:buNone/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  <a:defRPr/>
            </a:lvl7pPr>
            <a:lvl8pPr>
              <a:spcAft>
                <a:spcPts val="0"/>
              </a:spcAft>
              <a:defRPr/>
            </a:lvl8pPr>
            <a:lvl9pPr>
              <a:spcAft>
                <a:spcPts val="0"/>
              </a:spcAft>
              <a:defRPr/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</p:txBody>
      </p:sp>
      <p:sp>
        <p:nvSpPr>
          <p:cNvPr id="100" name="Image 11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046676" y="3495677"/>
            <a:ext cx="3747600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4" name="Image 10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134151" y="4486747"/>
            <a:ext cx="1841010" cy="92006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7" name="Image 9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222402" y="4486747"/>
            <a:ext cx="1839600" cy="92006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2" name="Image 8"/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4222402" y="2503829"/>
            <a:ext cx="3752492" cy="1910916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0" name="Image 7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95288" y="3495677"/>
            <a:ext cx="3753557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2" name="Image 6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954000" y="1511768"/>
            <a:ext cx="1839600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1" name="Image 5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046677" y="1511768"/>
            <a:ext cx="1839600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3" name="Image 4"/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6133884" y="1511768"/>
            <a:ext cx="1841010" cy="92006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4" name="Image 3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222502" y="1511768"/>
            <a:ext cx="1839600" cy="92006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8" name="Image 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308466" y="1511768"/>
            <a:ext cx="1842252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image2</a:t>
            </a:r>
          </a:p>
        </p:txBody>
      </p:sp>
      <p:sp>
        <p:nvSpPr>
          <p:cNvPr id="87" name="Image 1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96885" y="1511768"/>
            <a:ext cx="1838802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image1</a:t>
            </a:r>
          </a:p>
        </p:txBody>
      </p:sp>
      <p:sp>
        <p:nvSpPr>
          <p:cNvPr id="84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77" name="Optional chapter heading"/>
          <p:cNvSpPr>
            <a:spLocks noGrp="1"/>
          </p:cNvSpPr>
          <p:nvPr>
            <p:ph type="body" sz="quarter" idx="37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3283654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icture with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2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73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74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75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1" name="Spacing" hidden="1"/>
          <p:cNvSpPr/>
          <p:nvPr userDrawn="1"/>
        </p:nvSpPr>
        <p:spPr>
          <a:xfrm>
            <a:off x="395880" y="1511767"/>
            <a:ext cx="11399452" cy="3895508"/>
          </a:xfrm>
          <a:prstGeom prst="rect">
            <a:avLst/>
          </a:prstGeom>
          <a:solidFill>
            <a:schemeClr val="accent1"/>
          </a:solidFill>
          <a:ln w="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>
              <a:lnSpc>
                <a:spcPct val="108000"/>
              </a:lnSpc>
              <a:spcAft>
                <a:spcPts val="1008"/>
              </a:spcAft>
            </a:pPr>
            <a:endParaRPr lang="de-DE" sz="2000"/>
          </a:p>
        </p:txBody>
      </p:sp>
      <p:sp>
        <p:nvSpPr>
          <p:cNvPr id="84" name="Caption"/>
          <p:cNvSpPr>
            <a:spLocks noGrp="1"/>
          </p:cNvSpPr>
          <p:nvPr>
            <p:ph type="body" sz="quarter" idx="12" hasCustomPrompt="1"/>
          </p:nvPr>
        </p:nvSpPr>
        <p:spPr>
          <a:xfrm>
            <a:off x="395288" y="5436002"/>
            <a:ext cx="11397600" cy="990200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  <a:defRPr/>
            </a:lvl7pPr>
            <a:lvl8pPr>
              <a:spcAft>
                <a:spcPts val="0"/>
              </a:spcAft>
              <a:defRPr/>
            </a:lvl8pPr>
            <a:lvl9pPr>
              <a:spcAft>
                <a:spcPts val="0"/>
              </a:spcAft>
              <a:defRPr/>
            </a:lvl9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</p:txBody>
      </p:sp>
      <p:sp>
        <p:nvSpPr>
          <p:cNvPr id="92" name="Image 9"/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8046676" y="3495677"/>
            <a:ext cx="3747600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8" name="Image 8"/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6134151" y="3495677"/>
            <a:ext cx="1841010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0" name="Image 7"/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4222402" y="3495677"/>
            <a:ext cx="1839600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7" name="Image 6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95288" y="3495677"/>
            <a:ext cx="3753557" cy="191113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7" name="Image 5"/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9957600" y="1511768"/>
            <a:ext cx="1839600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94" name="Image 4"/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8046677" y="1511768"/>
            <a:ext cx="1839600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0" name="Image 3"/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4222501" y="1511768"/>
            <a:ext cx="3752659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6" name="Image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2308466" y="1511768"/>
            <a:ext cx="1842252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2</a:t>
            </a: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5" name="Image 1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96885" y="1511768"/>
            <a:ext cx="1838802" cy="191259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83" name="Slide title"/>
          <p:cNvSpPr>
            <a:spLocks noGrp="1"/>
          </p:cNvSpPr>
          <p:nvPr>
            <p:ph type="title" hasCustomPrompt="1"/>
          </p:nvPr>
        </p:nvSpPr>
        <p:spPr>
          <a:xfrm>
            <a:off x="395289" y="368300"/>
            <a:ext cx="113976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79" name="Optional chapter heading"/>
          <p:cNvSpPr>
            <a:spLocks noGrp="1"/>
          </p:cNvSpPr>
          <p:nvPr>
            <p:ph type="body" sz="quarter" idx="37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719791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1">
          <p15:clr>
            <a:srgbClr val="A4A3A4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icture with 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52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53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105" name="Image 5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4619700"/>
            <a:ext cx="6062917" cy="2239123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9" name="Image 4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175" y="4619700"/>
            <a:ext cx="2995459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8" name="Image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175" y="1155600"/>
            <a:ext cx="2995717" cy="33921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6" name="Image 2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-824"/>
            <a:ext cx="2995201" cy="6858824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07" name="Image 1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175" y="0"/>
            <a:ext cx="2995717" cy="1083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11" name="Text"/>
          <p:cNvSpPr>
            <a:spLocks noGrp="1"/>
          </p:cNvSpPr>
          <p:nvPr>
            <p:ph type="body" sz="quarter" idx="20" hasCustomPrompt="1"/>
          </p:nvPr>
        </p:nvSpPr>
        <p:spPr>
          <a:xfrm>
            <a:off x="395289" y="1512000"/>
            <a:ext cx="5508000" cy="29493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0" name="Slide title"/>
          <p:cNvSpPr>
            <a:spLocks noGrp="1"/>
          </p:cNvSpPr>
          <p:nvPr>
            <p:ph type="title" hasCustomPrompt="1"/>
          </p:nvPr>
        </p:nvSpPr>
        <p:spPr>
          <a:xfrm>
            <a:off x="395290" y="368300"/>
            <a:ext cx="5508000" cy="100836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noProof="0"/>
              <a:t>Headline on two lines in Corpo A Title Condensed 36 pt.</a:t>
            </a:r>
          </a:p>
        </p:txBody>
      </p:sp>
      <p:sp>
        <p:nvSpPr>
          <p:cNvPr id="54" name="Optional chapter heading"/>
          <p:cNvSpPr>
            <a:spLocks noGrp="1"/>
          </p:cNvSpPr>
          <p:nvPr>
            <p:ph type="body" sz="quarter" idx="21" hasCustomPrompt="1"/>
          </p:nvPr>
        </p:nvSpPr>
        <p:spPr>
          <a:xfrm>
            <a:off x="395287" y="122628"/>
            <a:ext cx="5508000" cy="22027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/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/>
            </a:lvl9pPr>
          </a:lstStyle>
          <a:p>
            <a:pPr lvl="0"/>
            <a:r>
              <a:rPr lang="en-US" noProof="0"/>
              <a:t>Optional 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4287764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Image 6"/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6135175" y="5776781"/>
            <a:ext cx="2995717" cy="1083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3" name="Image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175" y="2309400"/>
            <a:ext cx="2995717" cy="3393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1" name="Image 4"/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2312682"/>
            <a:ext cx="6062400" cy="45477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2" name="Image 3"/>
          <p:cNvSpPr>
            <a:spLocks noGrp="1"/>
          </p:cNvSpPr>
          <p:nvPr>
            <p:ph type="pic" sz="quarter" idx="22" hasCustomPrompt="1"/>
          </p:nvPr>
        </p:nvSpPr>
        <p:spPr bwMode="ltGray">
          <a:xfrm>
            <a:off x="9203151" y="2381"/>
            <a:ext cx="2995201" cy="685800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4" name="Image 2"/>
          <p:cNvSpPr>
            <a:spLocks noGrp="1"/>
          </p:cNvSpPr>
          <p:nvPr>
            <p:ph type="pic" sz="quarter" idx="23" hasCustomPrompt="1"/>
          </p:nvPr>
        </p:nvSpPr>
        <p:spPr bwMode="ltGray">
          <a:xfrm>
            <a:off x="6135175" y="2381"/>
            <a:ext cx="2995717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5" name="Image 1"/>
          <p:cNvSpPr>
            <a:spLocks noGrp="1"/>
          </p:cNvSpPr>
          <p:nvPr>
            <p:ph type="pic" sz="quarter" idx="24" hasCustomPrompt="1"/>
          </p:nvPr>
        </p:nvSpPr>
        <p:spPr bwMode="ltGray">
          <a:xfrm>
            <a:off x="0" y="2381"/>
            <a:ext cx="6062400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48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49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57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37" name="Slide title"/>
          <p:cNvSpPr>
            <a:spLocks noGrp="1"/>
          </p:cNvSpPr>
          <p:nvPr>
            <p:ph type="title" hasCustomPrompt="1"/>
          </p:nvPr>
        </p:nvSpPr>
        <p:spPr bwMode="auto">
          <a:xfrm>
            <a:off x="395289" y="368300"/>
            <a:ext cx="11397600" cy="1016000"/>
          </a:xfrm>
          <a:noFill/>
        </p:spPr>
        <p:txBody>
          <a:bodyPr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</p:spTree>
    <p:extLst>
      <p:ext uri="{BB962C8B-B14F-4D97-AF65-F5344CB8AC3E}">
        <p14:creationId xmlns:p14="http://schemas.microsoft.com/office/powerpoint/2010/main" val="27228886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ulti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Image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9203151" y="4619700"/>
            <a:ext cx="2995199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2" name="Image 6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135951" y="5774400"/>
            <a:ext cx="2994942" cy="1083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5" name="Image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203151" y="1155600"/>
            <a:ext cx="2995199" cy="33921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3" name="Image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135951" y="2309400"/>
            <a:ext cx="2994942" cy="3393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1" name="Image 3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9203151" y="0"/>
            <a:ext cx="2995201" cy="10836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4" name="Image 2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135951" y="0"/>
            <a:ext cx="2994684" cy="22383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0" name="Image 1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-1"/>
            <a:ext cx="6062400" cy="6858001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/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38" name="Slide title"/>
          <p:cNvSpPr>
            <a:spLocks noGrp="1"/>
          </p:cNvSpPr>
          <p:nvPr>
            <p:ph type="title" hasCustomPrompt="1"/>
          </p:nvPr>
        </p:nvSpPr>
        <p:spPr bwMode="auto">
          <a:xfrm>
            <a:off x="395289" y="368300"/>
            <a:ext cx="11397600" cy="1016000"/>
          </a:xfrm>
          <a:noFill/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sp>
        <p:nvSpPr>
          <p:cNvPr id="43" name="Placeholder other"/>
          <p:cNvSpPr>
            <a:spLocks noGrp="1"/>
          </p:cNvSpPr>
          <p:nvPr>
            <p:ph type="body" sz="quarter" idx="18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45" name="Placeholder confidentialty"/>
          <p:cNvSpPr>
            <a:spLocks noGrp="1"/>
          </p:cNvSpPr>
          <p:nvPr>
            <p:ph type="body" sz="quarter" idx="19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46" name="Placeholder classification"/>
          <p:cNvSpPr>
            <a:spLocks noGrp="1"/>
          </p:cNvSpPr>
          <p:nvPr>
            <p:ph type="body" sz="quarter" idx="20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92583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Image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"/>
            <a:ext cx="12193200" cy="6858000"/>
          </a:xfrm>
          <a:solidFill>
            <a:srgbClr val="9F0002"/>
          </a:solidFill>
        </p:spPr>
        <p:txBody>
          <a:bodyPr/>
          <a:lstStyle>
            <a:lvl1pPr algn="ctr">
              <a:lnSpc>
                <a:spcPct val="100000"/>
              </a:lnSpc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br>
              <a:rPr lang="en-US" noProof="0"/>
            </a:br>
            <a:r>
              <a:rPr lang="en-US" noProof="0"/>
              <a:t>Insert image</a:t>
            </a:r>
          </a:p>
        </p:txBody>
      </p:sp>
      <p:sp>
        <p:nvSpPr>
          <p:cNvPr id="12" name="Placeholder other"/>
          <p:cNvSpPr>
            <a:spLocks noGrp="1"/>
          </p:cNvSpPr>
          <p:nvPr>
            <p:ph type="body" sz="quarter" idx="17" hasCustomPrompt="1"/>
          </p:nvPr>
        </p:nvSpPr>
        <p:spPr>
          <a:xfrm>
            <a:off x="6966059" y="2381"/>
            <a:ext cx="936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</a:t>
            </a:r>
          </a:p>
        </p:txBody>
      </p:sp>
      <p:sp>
        <p:nvSpPr>
          <p:cNvPr id="13" name="Placeholder confidentialty"/>
          <p:cNvSpPr>
            <a:spLocks noGrp="1"/>
          </p:cNvSpPr>
          <p:nvPr>
            <p:ph type="body" sz="quarter" idx="18" hasCustomPrompt="1"/>
          </p:nvPr>
        </p:nvSpPr>
        <p:spPr>
          <a:xfrm>
            <a:off x="7977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</a:t>
            </a:r>
          </a:p>
        </p:txBody>
      </p:sp>
      <p:sp>
        <p:nvSpPr>
          <p:cNvPr id="14" name="Placeholder classification"/>
          <p:cNvSpPr>
            <a:spLocks noGrp="1"/>
          </p:cNvSpPr>
          <p:nvPr>
            <p:ph type="body" sz="quarter" idx="19" hasCustomPrompt="1"/>
          </p:nvPr>
        </p:nvSpPr>
        <p:spPr>
          <a:xfrm>
            <a:off x="9921659" y="2381"/>
            <a:ext cx="1872000" cy="306000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200" baseline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noProof="0"/>
              <a:t>                             </a:t>
            </a:r>
          </a:p>
        </p:txBody>
      </p:sp>
      <p:sp>
        <p:nvSpPr>
          <p:cNvPr id="43" name="Slide title"/>
          <p:cNvSpPr>
            <a:spLocks noGrp="1"/>
          </p:cNvSpPr>
          <p:nvPr>
            <p:ph type="title" hasCustomPrompt="1"/>
          </p:nvPr>
        </p:nvSpPr>
        <p:spPr bwMode="auto">
          <a:xfrm>
            <a:off x="395289" y="368300"/>
            <a:ext cx="11397600" cy="1016000"/>
          </a:xfrm>
          <a:noFill/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</p:spTree>
    <p:extLst>
      <p:ext uri="{BB962C8B-B14F-4D97-AF65-F5344CB8AC3E}">
        <p14:creationId xmlns:p14="http://schemas.microsoft.com/office/powerpoint/2010/main" val="2470285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B0A1-068B-4C74-85E8-5612A9F66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45562-F8B7-4643-BB6D-29740FFEE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2BAE3-A425-4A48-AA71-7073F1CE4B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BAEF3-9F5A-4EE7-95BA-2F3D36B7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PanGu MPA Rollout OTA  | RDC | 07th Aug. 2025</a:t>
            </a:r>
          </a:p>
        </p:txBody>
      </p:sp>
    </p:spTree>
    <p:extLst>
      <p:ext uri="{BB962C8B-B14F-4D97-AF65-F5344CB8AC3E}">
        <p14:creationId xmlns:p14="http://schemas.microsoft.com/office/powerpoint/2010/main" val="397866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35" Type="http://schemas.openxmlformats.org/officeDocument/2006/relationships/image" Target="../media/image2.emf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55.xml"/><Relationship Id="rId3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50.xml"/><Relationship Id="rId34" Type="http://schemas.openxmlformats.org/officeDocument/2006/relationships/image" Target="../media/image2.emf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slideLayout" Target="../slideLayouts/slideLayout54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53.xml"/><Relationship Id="rId32" Type="http://schemas.openxmlformats.org/officeDocument/2006/relationships/oleObject" Target="../embeddings/oleObject4.bin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31" Type="http://schemas.openxmlformats.org/officeDocument/2006/relationships/tags" Target="../tags/tag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6.xml"/><Relationship Id="rId30" Type="http://schemas.openxmlformats.org/officeDocument/2006/relationships/tags" Target="../tags/tag7.xml"/><Relationship Id="rId8" Type="http://schemas.openxmlformats.org/officeDocument/2006/relationships/slideLayout" Target="../slideLayouts/slideLayout37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34" Type="http://schemas.openxmlformats.org/officeDocument/2006/relationships/oleObject" Target="../embeddings/oleObject6.bin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33" Type="http://schemas.openxmlformats.org/officeDocument/2006/relationships/tags" Target="../tags/tag11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29" Type="http://schemas.openxmlformats.org/officeDocument/2006/relationships/slideLayout" Target="../slideLayouts/slideLayout86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32" Type="http://schemas.openxmlformats.org/officeDocument/2006/relationships/tags" Target="../tags/tag10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85.xml"/><Relationship Id="rId36" Type="http://schemas.openxmlformats.org/officeDocument/2006/relationships/image" Target="../media/image2.emf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7.xml"/><Relationship Id="rId35" Type="http://schemas.openxmlformats.org/officeDocument/2006/relationships/image" Target="../media/image1.emf"/><Relationship Id="rId8" Type="http://schemas.openxmlformats.org/officeDocument/2006/relationships/slideLayout" Target="../slideLayouts/slideLayout65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105.xml"/><Relationship Id="rId26" Type="http://schemas.openxmlformats.org/officeDocument/2006/relationships/slideLayout" Target="../slideLayouts/slideLayout113.xml"/><Relationship Id="rId39" Type="http://schemas.openxmlformats.org/officeDocument/2006/relationships/slideLayout" Target="../slideLayouts/slideLayout126.xml"/><Relationship Id="rId21" Type="http://schemas.openxmlformats.org/officeDocument/2006/relationships/slideLayout" Target="../slideLayouts/slideLayout108.xml"/><Relationship Id="rId34" Type="http://schemas.openxmlformats.org/officeDocument/2006/relationships/slideLayout" Target="../slideLayouts/slideLayout121.xml"/><Relationship Id="rId42" Type="http://schemas.openxmlformats.org/officeDocument/2006/relationships/slideLayout" Target="../slideLayouts/slideLayout129.xml"/><Relationship Id="rId47" Type="http://schemas.openxmlformats.org/officeDocument/2006/relationships/slideLayout" Target="../slideLayouts/slideLayout134.xml"/><Relationship Id="rId50" Type="http://schemas.openxmlformats.org/officeDocument/2006/relationships/slideLayout" Target="../slideLayouts/slideLayout137.xml"/><Relationship Id="rId55" Type="http://schemas.openxmlformats.org/officeDocument/2006/relationships/tags" Target="../tags/tag13.xml"/><Relationship Id="rId7" Type="http://schemas.openxmlformats.org/officeDocument/2006/relationships/slideLayout" Target="../slideLayouts/slideLayout94.xml"/><Relationship Id="rId2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03.xml"/><Relationship Id="rId29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111.xml"/><Relationship Id="rId32" Type="http://schemas.openxmlformats.org/officeDocument/2006/relationships/slideLayout" Target="../slideLayouts/slideLayout119.xml"/><Relationship Id="rId37" Type="http://schemas.openxmlformats.org/officeDocument/2006/relationships/slideLayout" Target="../slideLayouts/slideLayout124.xml"/><Relationship Id="rId40" Type="http://schemas.openxmlformats.org/officeDocument/2006/relationships/slideLayout" Target="../slideLayouts/slideLayout127.xml"/><Relationship Id="rId45" Type="http://schemas.openxmlformats.org/officeDocument/2006/relationships/slideLayout" Target="../slideLayouts/slideLayout132.xml"/><Relationship Id="rId53" Type="http://schemas.openxmlformats.org/officeDocument/2006/relationships/slideLayout" Target="../slideLayouts/slideLayout140.xml"/><Relationship Id="rId58" Type="http://schemas.openxmlformats.org/officeDocument/2006/relationships/image" Target="../media/image14.png"/><Relationship Id="rId5" Type="http://schemas.openxmlformats.org/officeDocument/2006/relationships/slideLayout" Target="../slideLayouts/slideLayout92.xml"/><Relationship Id="rId19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101.xml"/><Relationship Id="rId22" Type="http://schemas.openxmlformats.org/officeDocument/2006/relationships/slideLayout" Target="../slideLayouts/slideLayout109.xml"/><Relationship Id="rId27" Type="http://schemas.openxmlformats.org/officeDocument/2006/relationships/slideLayout" Target="../slideLayouts/slideLayout114.xml"/><Relationship Id="rId30" Type="http://schemas.openxmlformats.org/officeDocument/2006/relationships/slideLayout" Target="../slideLayouts/slideLayout117.xml"/><Relationship Id="rId35" Type="http://schemas.openxmlformats.org/officeDocument/2006/relationships/slideLayout" Target="../slideLayouts/slideLayout122.xml"/><Relationship Id="rId43" Type="http://schemas.openxmlformats.org/officeDocument/2006/relationships/slideLayout" Target="../slideLayouts/slideLayout130.xml"/><Relationship Id="rId48" Type="http://schemas.openxmlformats.org/officeDocument/2006/relationships/slideLayout" Target="../slideLayouts/slideLayout135.xml"/><Relationship Id="rId56" Type="http://schemas.openxmlformats.org/officeDocument/2006/relationships/oleObject" Target="../embeddings/oleObject8.bin"/><Relationship Id="rId8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4.xml"/><Relationship Id="rId25" Type="http://schemas.openxmlformats.org/officeDocument/2006/relationships/slideLayout" Target="../slideLayouts/slideLayout112.xml"/><Relationship Id="rId33" Type="http://schemas.openxmlformats.org/officeDocument/2006/relationships/slideLayout" Target="../slideLayouts/slideLayout120.xml"/><Relationship Id="rId38" Type="http://schemas.openxmlformats.org/officeDocument/2006/relationships/slideLayout" Target="../slideLayouts/slideLayout125.xml"/><Relationship Id="rId46" Type="http://schemas.openxmlformats.org/officeDocument/2006/relationships/slideLayout" Target="../slideLayouts/slideLayout133.xml"/><Relationship Id="rId20" Type="http://schemas.openxmlformats.org/officeDocument/2006/relationships/slideLayout" Target="../slideLayouts/slideLayout107.xml"/><Relationship Id="rId41" Type="http://schemas.openxmlformats.org/officeDocument/2006/relationships/slideLayout" Target="../slideLayouts/slideLayout128.xml"/><Relationship Id="rId54" Type="http://schemas.openxmlformats.org/officeDocument/2006/relationships/theme" Target="../theme/theme4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2.xml"/><Relationship Id="rId23" Type="http://schemas.openxmlformats.org/officeDocument/2006/relationships/slideLayout" Target="../slideLayouts/slideLayout110.xml"/><Relationship Id="rId28" Type="http://schemas.openxmlformats.org/officeDocument/2006/relationships/slideLayout" Target="../slideLayouts/slideLayout115.xml"/><Relationship Id="rId36" Type="http://schemas.openxmlformats.org/officeDocument/2006/relationships/slideLayout" Target="../slideLayouts/slideLayout123.xml"/><Relationship Id="rId49" Type="http://schemas.openxmlformats.org/officeDocument/2006/relationships/slideLayout" Target="../slideLayouts/slideLayout136.xml"/><Relationship Id="rId57" Type="http://schemas.openxmlformats.org/officeDocument/2006/relationships/image" Target="../media/image13.emf"/><Relationship Id="rId10" Type="http://schemas.openxmlformats.org/officeDocument/2006/relationships/slideLayout" Target="../slideLayouts/slideLayout97.xml"/><Relationship Id="rId31" Type="http://schemas.openxmlformats.org/officeDocument/2006/relationships/slideLayout" Target="../slideLayouts/slideLayout118.xml"/><Relationship Id="rId44" Type="http://schemas.openxmlformats.org/officeDocument/2006/relationships/slideLayout" Target="../slideLayouts/slideLayout131.xml"/><Relationship Id="rId52" Type="http://schemas.openxmlformats.org/officeDocument/2006/relationships/slideLayout" Target="../slideLayouts/slideLayout139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3.xml"/><Relationship Id="rId18" Type="http://schemas.openxmlformats.org/officeDocument/2006/relationships/slideLayout" Target="../slideLayouts/slideLayout158.xml"/><Relationship Id="rId26" Type="http://schemas.openxmlformats.org/officeDocument/2006/relationships/slideLayout" Target="../slideLayouts/slideLayout166.xml"/><Relationship Id="rId39" Type="http://schemas.openxmlformats.org/officeDocument/2006/relationships/slideLayout" Target="../slideLayouts/slideLayout179.xml"/><Relationship Id="rId21" Type="http://schemas.openxmlformats.org/officeDocument/2006/relationships/slideLayout" Target="../slideLayouts/slideLayout161.xml"/><Relationship Id="rId34" Type="http://schemas.openxmlformats.org/officeDocument/2006/relationships/slideLayout" Target="../slideLayouts/slideLayout174.xml"/><Relationship Id="rId42" Type="http://schemas.openxmlformats.org/officeDocument/2006/relationships/slideLayout" Target="../slideLayouts/slideLayout182.xml"/><Relationship Id="rId47" Type="http://schemas.openxmlformats.org/officeDocument/2006/relationships/slideLayout" Target="../slideLayouts/slideLayout187.xml"/><Relationship Id="rId50" Type="http://schemas.openxmlformats.org/officeDocument/2006/relationships/tags" Target="../tags/tag16.xml"/><Relationship Id="rId7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42.xml"/><Relationship Id="rId16" Type="http://schemas.openxmlformats.org/officeDocument/2006/relationships/slideLayout" Target="../slideLayouts/slideLayout156.xml"/><Relationship Id="rId29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51.xml"/><Relationship Id="rId24" Type="http://schemas.openxmlformats.org/officeDocument/2006/relationships/slideLayout" Target="../slideLayouts/slideLayout164.xml"/><Relationship Id="rId32" Type="http://schemas.openxmlformats.org/officeDocument/2006/relationships/slideLayout" Target="../slideLayouts/slideLayout172.xml"/><Relationship Id="rId37" Type="http://schemas.openxmlformats.org/officeDocument/2006/relationships/slideLayout" Target="../slideLayouts/slideLayout177.xml"/><Relationship Id="rId40" Type="http://schemas.openxmlformats.org/officeDocument/2006/relationships/slideLayout" Target="../slideLayouts/slideLayout180.xml"/><Relationship Id="rId45" Type="http://schemas.openxmlformats.org/officeDocument/2006/relationships/slideLayout" Target="../slideLayouts/slideLayout185.xml"/><Relationship Id="rId53" Type="http://schemas.openxmlformats.org/officeDocument/2006/relationships/image" Target="../media/image2.emf"/><Relationship Id="rId5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50.xml"/><Relationship Id="rId19" Type="http://schemas.openxmlformats.org/officeDocument/2006/relationships/slideLayout" Target="../slideLayouts/slideLayout159.xml"/><Relationship Id="rId31" Type="http://schemas.openxmlformats.org/officeDocument/2006/relationships/slideLayout" Target="../slideLayouts/slideLayout171.xml"/><Relationship Id="rId44" Type="http://schemas.openxmlformats.org/officeDocument/2006/relationships/slideLayout" Target="../slideLayouts/slideLayout184.xml"/><Relationship Id="rId52" Type="http://schemas.openxmlformats.org/officeDocument/2006/relationships/image" Target="../media/image13.emf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54.xml"/><Relationship Id="rId22" Type="http://schemas.openxmlformats.org/officeDocument/2006/relationships/slideLayout" Target="../slideLayouts/slideLayout162.xml"/><Relationship Id="rId27" Type="http://schemas.openxmlformats.org/officeDocument/2006/relationships/slideLayout" Target="../slideLayouts/slideLayout167.xml"/><Relationship Id="rId30" Type="http://schemas.openxmlformats.org/officeDocument/2006/relationships/slideLayout" Target="../slideLayouts/slideLayout170.xml"/><Relationship Id="rId35" Type="http://schemas.openxmlformats.org/officeDocument/2006/relationships/slideLayout" Target="../slideLayouts/slideLayout175.xml"/><Relationship Id="rId43" Type="http://schemas.openxmlformats.org/officeDocument/2006/relationships/slideLayout" Target="../slideLayouts/slideLayout183.xml"/><Relationship Id="rId48" Type="http://schemas.openxmlformats.org/officeDocument/2006/relationships/slideLayout" Target="../slideLayouts/slideLayout188.xml"/><Relationship Id="rId8" Type="http://schemas.openxmlformats.org/officeDocument/2006/relationships/slideLayout" Target="../slideLayouts/slideLayout148.xml"/><Relationship Id="rId51" Type="http://schemas.openxmlformats.org/officeDocument/2006/relationships/oleObject" Target="../embeddings/oleObject11.bin"/><Relationship Id="rId3" Type="http://schemas.openxmlformats.org/officeDocument/2006/relationships/slideLayout" Target="../slideLayouts/slideLayout143.xml"/><Relationship Id="rId12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7.xml"/><Relationship Id="rId25" Type="http://schemas.openxmlformats.org/officeDocument/2006/relationships/slideLayout" Target="../slideLayouts/slideLayout165.xml"/><Relationship Id="rId33" Type="http://schemas.openxmlformats.org/officeDocument/2006/relationships/slideLayout" Target="../slideLayouts/slideLayout173.xml"/><Relationship Id="rId38" Type="http://schemas.openxmlformats.org/officeDocument/2006/relationships/slideLayout" Target="../slideLayouts/slideLayout178.xml"/><Relationship Id="rId46" Type="http://schemas.openxmlformats.org/officeDocument/2006/relationships/slideLayout" Target="../slideLayouts/slideLayout186.xml"/><Relationship Id="rId20" Type="http://schemas.openxmlformats.org/officeDocument/2006/relationships/slideLayout" Target="../slideLayouts/slideLayout160.xml"/><Relationship Id="rId41" Type="http://schemas.openxmlformats.org/officeDocument/2006/relationships/slideLayout" Target="../slideLayouts/slideLayout181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5" Type="http://schemas.openxmlformats.org/officeDocument/2006/relationships/slideLayout" Target="../slideLayouts/slideLayout155.xml"/><Relationship Id="rId23" Type="http://schemas.openxmlformats.org/officeDocument/2006/relationships/slideLayout" Target="../slideLayouts/slideLayout163.xml"/><Relationship Id="rId28" Type="http://schemas.openxmlformats.org/officeDocument/2006/relationships/slideLayout" Target="../slideLayouts/slideLayout168.xml"/><Relationship Id="rId36" Type="http://schemas.openxmlformats.org/officeDocument/2006/relationships/slideLayout" Target="../slideLayouts/slideLayout176.xml"/><Relationship Id="rId49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3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270" imgH="270" progId="TCLayout.ActiveDocument.1">
                  <p:embed/>
                </p:oleObj>
              </mc:Choice>
              <mc:Fallback>
                <p:oleObj name="think-cell Slide" r:id="rId3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 userDrawn="1">
            <p:custDataLst>
              <p:tags r:id="rId3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marL="0" lvl="0" indent="0" algn="l" eaLnBrk="1">
              <a:lnSpc>
                <a:spcPct val="108000"/>
              </a:lnSpc>
              <a:spcAft>
                <a:spcPts val="1008"/>
              </a:spcAft>
            </a:pPr>
            <a:endParaRPr lang="de-DE" sz="3000" b="0" i="0" baseline="0" err="1">
              <a:solidFill>
                <a:srgbClr val="000000"/>
              </a:solidFill>
              <a:latin typeface="CorpoA" pitchFamily="2" charset="0"/>
              <a:ea typeface="+mj-ea"/>
              <a:cs typeface="+mj-cs"/>
              <a:sym typeface="CorpoA" pitchFamily="2" charset="0"/>
            </a:endParaRPr>
          </a:p>
        </p:txBody>
      </p:sp>
      <p:sp>
        <p:nvSpPr>
          <p:cNvPr id="40" name="Titelplatzhalter 1"/>
          <p:cNvSpPr>
            <a:spLocks noGrp="1"/>
          </p:cNvSpPr>
          <p:nvPr>
            <p:ph type="title"/>
          </p:nvPr>
        </p:nvSpPr>
        <p:spPr>
          <a:xfrm>
            <a:off x="395288" y="367505"/>
            <a:ext cx="11406188" cy="10091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41" name="Textplatzhalter 2"/>
          <p:cNvSpPr>
            <a:spLocks noGrp="1"/>
          </p:cNvSpPr>
          <p:nvPr>
            <p:ph type="body" idx="1"/>
          </p:nvPr>
        </p:nvSpPr>
        <p:spPr>
          <a:xfrm>
            <a:off x="395288" y="1511300"/>
            <a:ext cx="11406188" cy="4914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4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de-DE" noProof="0"/>
              <a:t>Schedule CIVIC Gen20x.i3 | RD/MHC | V4.2 | Stand: 28.07.2022</a:t>
            </a:r>
          </a:p>
        </p:txBody>
      </p:sp>
      <p:sp>
        <p:nvSpPr>
          <p:cNvPr id="4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80080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cxnSp>
        <p:nvCxnSpPr>
          <p:cNvPr id="68" name="32,78 // 15,84"/>
          <p:cNvCxnSpPr/>
          <p:nvPr/>
        </p:nvCxnSpPr>
        <p:spPr>
          <a:xfrm>
            <a:off x="11801476" y="-454245"/>
            <a:ext cx="0" cy="36000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1,1 // 15,84"/>
          <p:cNvCxnSpPr/>
          <p:nvPr/>
        </p:nvCxnSpPr>
        <p:spPr>
          <a:xfrm>
            <a:off x="397669" y="-447102"/>
            <a:ext cx="0" cy="36000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32,78 // 15,84"/>
          <p:cNvCxnSpPr/>
          <p:nvPr/>
        </p:nvCxnSpPr>
        <p:spPr>
          <a:xfrm>
            <a:off x="11801475" y="6979755"/>
            <a:ext cx="0" cy="36000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1,1 // 15,84"/>
          <p:cNvCxnSpPr/>
          <p:nvPr/>
        </p:nvCxnSpPr>
        <p:spPr>
          <a:xfrm>
            <a:off x="397669" y="6984517"/>
            <a:ext cx="0" cy="36000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17,85 // 8,32"/>
          <p:cNvCxnSpPr/>
          <p:nvPr/>
        </p:nvCxnSpPr>
        <p:spPr>
          <a:xfrm>
            <a:off x="12307182" y="6427785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4,2 // 5,33"/>
          <p:cNvCxnSpPr/>
          <p:nvPr/>
        </p:nvCxnSpPr>
        <p:spPr>
          <a:xfrm>
            <a:off x="12307182" y="1510673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1,02 // 8,5"/>
          <p:cNvCxnSpPr/>
          <p:nvPr/>
        </p:nvCxnSpPr>
        <p:spPr>
          <a:xfrm>
            <a:off x="12307182" y="365917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17,85 // 8,32"/>
          <p:cNvCxnSpPr/>
          <p:nvPr/>
        </p:nvCxnSpPr>
        <p:spPr>
          <a:xfrm>
            <a:off x="-460856" y="6427785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4,2 // 5,33"/>
          <p:cNvCxnSpPr/>
          <p:nvPr/>
        </p:nvCxnSpPr>
        <p:spPr>
          <a:xfrm>
            <a:off x="-463236" y="1510673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1,02 // 8,5"/>
          <p:cNvCxnSpPr/>
          <p:nvPr/>
        </p:nvCxnSpPr>
        <p:spPr>
          <a:xfrm>
            <a:off x="-463236" y="365917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Wortmarke Mercedes-Benz" descr="Y:\KiA\OV\PLATIS\JOB 1508-002_PPT_Mercedes_Benz_2010\allMaterial\1508-005_Material + Briefing\Material\MZ-Assets\MB-word-mark_p_3Coffice.emf"/>
          <p:cNvPicPr>
            <a:picLocks noChangeAspect="1" noChangeArrowheads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95795" y="6613944"/>
            <a:ext cx="1188000" cy="148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86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  <p:sldLayoutId id="2147483980" r:id="rId17"/>
    <p:sldLayoutId id="2147483981" r:id="rId18"/>
    <p:sldLayoutId id="2147483982" r:id="rId19"/>
    <p:sldLayoutId id="2147483983" r:id="rId20"/>
    <p:sldLayoutId id="2147483984" r:id="rId21"/>
    <p:sldLayoutId id="2147483985" r:id="rId22"/>
    <p:sldLayoutId id="2147483986" r:id="rId23"/>
    <p:sldLayoutId id="2147483987" r:id="rId24"/>
    <p:sldLayoutId id="2147483988" r:id="rId25"/>
    <p:sldLayoutId id="2147483989" r:id="rId26"/>
    <p:sldLayoutId id="2147483990" r:id="rId27"/>
    <p:sldLayoutId id="2147483991" r:id="rId28"/>
    <p:sldLayoutId id="2147483992" r:id="rId29"/>
  </p:sldLayoutIdLst>
  <p:hf hdr="0" dt="0"/>
  <p:txStyles>
    <p:titleStyle>
      <a:lvl1pPr marL="0" indent="0" algn="l" defTabSz="914271" rtl="0" eaLnBrk="1" latinLnBrk="0" hangingPunct="1">
        <a:spcBef>
          <a:spcPts val="0"/>
        </a:spcBef>
        <a:buFont typeface="+mj-lt"/>
        <a:buNone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+mj-lt"/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1952" indent="-34195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6pPr>
      <a:lvl7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7pPr>
      <a:lvl8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8pPr>
      <a:lvl9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1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6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2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8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4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49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30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270" imgH="270" progId="TCLayout.ActiveDocument.1">
                  <p:embed/>
                </p:oleObj>
              </mc:Choice>
              <mc:Fallback>
                <p:oleObj name="think-cell Slide" r:id="rId32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 userDrawn="1">
            <p:custDataLst>
              <p:tags r:id="rId3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marL="0" lvl="0" indent="0" algn="l" eaLnBrk="1">
              <a:lnSpc>
                <a:spcPct val="108000"/>
              </a:lnSpc>
              <a:spcAft>
                <a:spcPts val="1008"/>
              </a:spcAft>
            </a:pPr>
            <a:endParaRPr lang="de-DE" sz="3000" b="0" i="0" baseline="0" err="1">
              <a:solidFill>
                <a:srgbClr val="000000"/>
              </a:solidFill>
              <a:latin typeface="CorpoA" pitchFamily="2" charset="0"/>
              <a:ea typeface="+mj-ea"/>
              <a:cs typeface="+mj-cs"/>
              <a:sym typeface="CorpoA" pitchFamily="2" charset="0"/>
            </a:endParaRPr>
          </a:p>
        </p:txBody>
      </p:sp>
      <p:sp>
        <p:nvSpPr>
          <p:cNvPr id="40" name="Titelplatzhalter 1"/>
          <p:cNvSpPr>
            <a:spLocks noGrp="1"/>
          </p:cNvSpPr>
          <p:nvPr>
            <p:ph type="title"/>
          </p:nvPr>
        </p:nvSpPr>
        <p:spPr>
          <a:xfrm>
            <a:off x="395288" y="367505"/>
            <a:ext cx="11406188" cy="10091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41" name="Textplatzhalter 2"/>
          <p:cNvSpPr>
            <a:spLocks noGrp="1"/>
          </p:cNvSpPr>
          <p:nvPr>
            <p:ph type="body" idx="1"/>
          </p:nvPr>
        </p:nvSpPr>
        <p:spPr>
          <a:xfrm>
            <a:off x="395288" y="1511300"/>
            <a:ext cx="11406188" cy="4914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4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 noProof="0"/>
              <a:t>Schedule CIVIC Gen20x.i3 | RD/MHC | V8.1 | Date: 20.11.2023</a:t>
            </a:r>
            <a:endParaRPr lang="de-DE" noProof="0"/>
          </a:p>
        </p:txBody>
      </p:sp>
      <p:sp>
        <p:nvSpPr>
          <p:cNvPr id="4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80080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cxnSp>
        <p:nvCxnSpPr>
          <p:cNvPr id="68" name="32,78 // 15,84"/>
          <p:cNvCxnSpPr/>
          <p:nvPr/>
        </p:nvCxnSpPr>
        <p:spPr>
          <a:xfrm>
            <a:off x="11801476" y="-454245"/>
            <a:ext cx="0" cy="36000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1,1 // 15,84"/>
          <p:cNvCxnSpPr/>
          <p:nvPr/>
        </p:nvCxnSpPr>
        <p:spPr>
          <a:xfrm>
            <a:off x="397669" y="-447102"/>
            <a:ext cx="0" cy="36000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32,78 // 15,84"/>
          <p:cNvCxnSpPr/>
          <p:nvPr/>
        </p:nvCxnSpPr>
        <p:spPr>
          <a:xfrm>
            <a:off x="11801475" y="6979755"/>
            <a:ext cx="0" cy="36000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1,1 // 15,84"/>
          <p:cNvCxnSpPr/>
          <p:nvPr/>
        </p:nvCxnSpPr>
        <p:spPr>
          <a:xfrm>
            <a:off x="397669" y="6984517"/>
            <a:ext cx="0" cy="36000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17,85 // 8,32"/>
          <p:cNvCxnSpPr/>
          <p:nvPr/>
        </p:nvCxnSpPr>
        <p:spPr>
          <a:xfrm>
            <a:off x="12307182" y="6427785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4,2 // 5,33"/>
          <p:cNvCxnSpPr/>
          <p:nvPr/>
        </p:nvCxnSpPr>
        <p:spPr>
          <a:xfrm>
            <a:off x="12307182" y="1510673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1,02 // 8,5"/>
          <p:cNvCxnSpPr/>
          <p:nvPr/>
        </p:nvCxnSpPr>
        <p:spPr>
          <a:xfrm>
            <a:off x="12307182" y="365917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17,85 // 8,32"/>
          <p:cNvCxnSpPr/>
          <p:nvPr/>
        </p:nvCxnSpPr>
        <p:spPr>
          <a:xfrm>
            <a:off x="-460856" y="6427785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4,2 // 5,33"/>
          <p:cNvCxnSpPr/>
          <p:nvPr/>
        </p:nvCxnSpPr>
        <p:spPr>
          <a:xfrm>
            <a:off x="-463236" y="1510673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1,02 // 8,5"/>
          <p:cNvCxnSpPr/>
          <p:nvPr/>
        </p:nvCxnSpPr>
        <p:spPr>
          <a:xfrm>
            <a:off x="-463236" y="365917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Wortmarke Mercedes-Benz" descr="Y:\KiA\OV\PLATIS\JOB 1508-002_PPT_Mercedes_Benz_2010\allMaterial\1508-005_Material + Briefing\Material\MZ-Assets\MB-word-mark_p_3Coffice.emf"/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95795" y="6613944"/>
            <a:ext cx="1188000" cy="148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71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  <p:sldLayoutId id="2147484582" r:id="rId6"/>
    <p:sldLayoutId id="2147484583" r:id="rId7"/>
    <p:sldLayoutId id="2147484584" r:id="rId8"/>
    <p:sldLayoutId id="2147484585" r:id="rId9"/>
    <p:sldLayoutId id="2147484586" r:id="rId10"/>
    <p:sldLayoutId id="2147484587" r:id="rId11"/>
    <p:sldLayoutId id="2147484588" r:id="rId12"/>
    <p:sldLayoutId id="2147484589" r:id="rId13"/>
    <p:sldLayoutId id="2147484590" r:id="rId14"/>
    <p:sldLayoutId id="2147484591" r:id="rId15"/>
    <p:sldLayoutId id="2147484592" r:id="rId16"/>
    <p:sldLayoutId id="2147484593" r:id="rId17"/>
    <p:sldLayoutId id="2147484594" r:id="rId18"/>
    <p:sldLayoutId id="2147484595" r:id="rId19"/>
    <p:sldLayoutId id="2147484596" r:id="rId20"/>
    <p:sldLayoutId id="2147484597" r:id="rId21"/>
    <p:sldLayoutId id="2147484598" r:id="rId22"/>
    <p:sldLayoutId id="2147484599" r:id="rId23"/>
    <p:sldLayoutId id="2147484600" r:id="rId24"/>
    <p:sldLayoutId id="2147484601" r:id="rId25"/>
    <p:sldLayoutId id="2147484602" r:id="rId26"/>
    <p:sldLayoutId id="2147484603" r:id="rId27"/>
    <p:sldLayoutId id="2147484604" r:id="rId28"/>
  </p:sldLayoutIdLst>
  <p:hf hdr="0" dt="0"/>
  <p:txStyles>
    <p:titleStyle>
      <a:lvl1pPr marL="0" indent="0" algn="l" defTabSz="914271" rtl="0" eaLnBrk="1" latinLnBrk="0" hangingPunct="1">
        <a:spcBef>
          <a:spcPts val="0"/>
        </a:spcBef>
        <a:buFont typeface="+mj-lt"/>
        <a:buNone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+mj-lt"/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1952" indent="-34195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6pPr>
      <a:lvl7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7pPr>
      <a:lvl8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8pPr>
      <a:lvl9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1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6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2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8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4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49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3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4" imgW="270" imgH="270" progId="TCLayout.ActiveDocument.1">
                  <p:embed/>
                </p:oleObj>
              </mc:Choice>
              <mc:Fallback>
                <p:oleObj name="think-cell Slide" r:id="rId34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 userDrawn="1">
            <p:custDataLst>
              <p:tags r:id="rId3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t" anchorCtr="0"/>
          <a:lstStyle/>
          <a:p>
            <a:pPr marL="0" lvl="0" indent="0" algn="l" eaLnBrk="1">
              <a:lnSpc>
                <a:spcPct val="108000"/>
              </a:lnSpc>
              <a:spcAft>
                <a:spcPts val="1008"/>
              </a:spcAft>
            </a:pPr>
            <a:endParaRPr lang="de-DE" sz="3000" b="0" i="0" baseline="0" err="1">
              <a:solidFill>
                <a:srgbClr val="000000"/>
              </a:solidFill>
              <a:latin typeface="CorpoA" pitchFamily="2" charset="0"/>
              <a:ea typeface="+mj-ea"/>
              <a:cs typeface="+mj-cs"/>
              <a:sym typeface="CorpoA" pitchFamily="2" charset="0"/>
            </a:endParaRPr>
          </a:p>
        </p:txBody>
      </p:sp>
      <p:sp>
        <p:nvSpPr>
          <p:cNvPr id="40" name="Titelplatzhalter 1"/>
          <p:cNvSpPr>
            <a:spLocks noGrp="1"/>
          </p:cNvSpPr>
          <p:nvPr>
            <p:ph type="title"/>
          </p:nvPr>
        </p:nvSpPr>
        <p:spPr>
          <a:xfrm>
            <a:off x="395288" y="367505"/>
            <a:ext cx="11406188" cy="10091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/>
              <a:t>Headline zweizeilig in CorpoA (Überschriften) 30 pt. </a:t>
            </a:r>
            <a:br>
              <a:rPr lang="de-DE" noProof="0"/>
            </a:br>
            <a:r>
              <a:rPr lang="de-DE" noProof="0"/>
              <a:t>Lorem ipsum dolor sit amet.</a:t>
            </a:r>
          </a:p>
        </p:txBody>
      </p:sp>
      <p:sp>
        <p:nvSpPr>
          <p:cNvPr id="41" name="Textplatzhalter 2"/>
          <p:cNvSpPr>
            <a:spLocks noGrp="1"/>
          </p:cNvSpPr>
          <p:nvPr>
            <p:ph type="body" idx="1"/>
          </p:nvPr>
        </p:nvSpPr>
        <p:spPr>
          <a:xfrm>
            <a:off x="395288" y="1511300"/>
            <a:ext cx="11406188" cy="4914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noProof="0"/>
              <a:t>Text in CorpoS (Textkörper) in 20 pt. einfügen // für Aufzählungen: Start // Absatz // Listenebene erhöhen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  <a:p>
            <a:pPr lvl="5"/>
            <a:r>
              <a:rPr lang="de-DE" noProof="0"/>
              <a:t>Sechste Ebene</a:t>
            </a:r>
          </a:p>
          <a:p>
            <a:pPr lvl="6"/>
            <a:r>
              <a:rPr lang="de-DE" noProof="0"/>
              <a:t>Siebte Ebene</a:t>
            </a:r>
          </a:p>
          <a:p>
            <a:pPr lvl="7"/>
            <a:r>
              <a:rPr lang="de-DE" noProof="0"/>
              <a:t>Achte Ebene</a:t>
            </a:r>
          </a:p>
          <a:p>
            <a:pPr lvl="8"/>
            <a:r>
              <a:rPr lang="de-DE" noProof="0"/>
              <a:t>Neunte Ebene</a:t>
            </a:r>
          </a:p>
        </p:txBody>
      </p:sp>
      <p:sp>
        <p:nvSpPr>
          <p:cNvPr id="4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578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 noProof="0"/>
              <a:t>Schedule CIVIC Gen20x.i3 | RD/MHC | V12.9 | Date: 25.06.2025</a:t>
            </a:r>
            <a:endParaRPr lang="de-DE" noProof="0"/>
          </a:p>
        </p:txBody>
      </p:sp>
      <p:sp>
        <p:nvSpPr>
          <p:cNvPr id="4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80080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de-DE" noProof="0" smtClean="0"/>
              <a:pPr/>
              <a:t>‹#›</a:t>
            </a:fld>
            <a:endParaRPr lang="de-DE" noProof="0"/>
          </a:p>
        </p:txBody>
      </p:sp>
      <p:cxnSp>
        <p:nvCxnSpPr>
          <p:cNvPr id="68" name="32,78 // 15,84"/>
          <p:cNvCxnSpPr/>
          <p:nvPr/>
        </p:nvCxnSpPr>
        <p:spPr>
          <a:xfrm>
            <a:off x="11801476" y="-454245"/>
            <a:ext cx="0" cy="36000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1,1 // 15,84"/>
          <p:cNvCxnSpPr/>
          <p:nvPr/>
        </p:nvCxnSpPr>
        <p:spPr>
          <a:xfrm>
            <a:off x="397669" y="-447102"/>
            <a:ext cx="0" cy="36000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32,78 // 15,84"/>
          <p:cNvCxnSpPr/>
          <p:nvPr/>
        </p:nvCxnSpPr>
        <p:spPr>
          <a:xfrm>
            <a:off x="11801475" y="6979755"/>
            <a:ext cx="0" cy="36000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1,1 // 15,84"/>
          <p:cNvCxnSpPr/>
          <p:nvPr/>
        </p:nvCxnSpPr>
        <p:spPr>
          <a:xfrm>
            <a:off x="397669" y="6984517"/>
            <a:ext cx="0" cy="36000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17,85 // 8,32"/>
          <p:cNvCxnSpPr/>
          <p:nvPr/>
        </p:nvCxnSpPr>
        <p:spPr>
          <a:xfrm>
            <a:off x="12307182" y="6427785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4,2 // 5,33"/>
          <p:cNvCxnSpPr/>
          <p:nvPr/>
        </p:nvCxnSpPr>
        <p:spPr>
          <a:xfrm>
            <a:off x="12307182" y="1510673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1,02 // 8,5"/>
          <p:cNvCxnSpPr/>
          <p:nvPr/>
        </p:nvCxnSpPr>
        <p:spPr>
          <a:xfrm>
            <a:off x="12307182" y="365917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17,85 // 8,32"/>
          <p:cNvCxnSpPr/>
          <p:nvPr/>
        </p:nvCxnSpPr>
        <p:spPr>
          <a:xfrm>
            <a:off x="-460856" y="6427785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4,2 // 5,33"/>
          <p:cNvCxnSpPr/>
          <p:nvPr/>
        </p:nvCxnSpPr>
        <p:spPr>
          <a:xfrm>
            <a:off x="-463236" y="1510673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1,02 // 8,5"/>
          <p:cNvCxnSpPr/>
          <p:nvPr/>
        </p:nvCxnSpPr>
        <p:spPr>
          <a:xfrm>
            <a:off x="-463236" y="365917"/>
            <a:ext cx="360000" cy="0"/>
          </a:xfrm>
          <a:prstGeom prst="line">
            <a:avLst/>
          </a:prstGeom>
          <a:ln w="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Wortmarke Mercedes-Benz" descr="Y:\KiA\OV\PLATIS\JOB 1508-002_PPT_Mercedes_Benz_2010\allMaterial\1508-005_Material + Briefing\Material\MZ-Assets\MB-word-mark_p_3Coffice.emf"/>
          <p:cNvPicPr>
            <a:picLocks noChangeAspect="1" noChangeArrowheads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95795" y="6613944"/>
            <a:ext cx="1188000" cy="148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742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85" r:id="rId1"/>
    <p:sldLayoutId id="2147485386" r:id="rId2"/>
    <p:sldLayoutId id="2147485387" r:id="rId3"/>
    <p:sldLayoutId id="2147485388" r:id="rId4"/>
    <p:sldLayoutId id="2147485389" r:id="rId5"/>
    <p:sldLayoutId id="2147485390" r:id="rId6"/>
    <p:sldLayoutId id="2147485391" r:id="rId7"/>
    <p:sldLayoutId id="2147485392" r:id="rId8"/>
    <p:sldLayoutId id="2147485393" r:id="rId9"/>
    <p:sldLayoutId id="2147485394" r:id="rId10"/>
    <p:sldLayoutId id="2147485395" r:id="rId11"/>
    <p:sldLayoutId id="2147485396" r:id="rId12"/>
    <p:sldLayoutId id="2147485397" r:id="rId13"/>
    <p:sldLayoutId id="2147485398" r:id="rId14"/>
    <p:sldLayoutId id="2147485399" r:id="rId15"/>
    <p:sldLayoutId id="2147485400" r:id="rId16"/>
    <p:sldLayoutId id="2147485401" r:id="rId17"/>
    <p:sldLayoutId id="2147485402" r:id="rId18"/>
    <p:sldLayoutId id="2147485403" r:id="rId19"/>
    <p:sldLayoutId id="2147485404" r:id="rId20"/>
    <p:sldLayoutId id="2147485405" r:id="rId21"/>
    <p:sldLayoutId id="2147485406" r:id="rId22"/>
    <p:sldLayoutId id="2147485407" r:id="rId23"/>
    <p:sldLayoutId id="2147485408" r:id="rId24"/>
    <p:sldLayoutId id="2147485409" r:id="rId25"/>
    <p:sldLayoutId id="2147485410" r:id="rId26"/>
    <p:sldLayoutId id="2147485411" r:id="rId27"/>
    <p:sldLayoutId id="2147485412" r:id="rId28"/>
    <p:sldLayoutId id="2147485413" r:id="rId29"/>
    <p:sldLayoutId id="2147485414" r:id="rId30"/>
  </p:sldLayoutIdLst>
  <p:hf hdr="0" dt="0"/>
  <p:txStyles>
    <p:titleStyle>
      <a:lvl1pPr marL="0" indent="0" algn="l" defTabSz="914271" rtl="0" eaLnBrk="1" latinLnBrk="0" hangingPunct="1">
        <a:spcBef>
          <a:spcPts val="0"/>
        </a:spcBef>
        <a:buFont typeface="+mj-lt"/>
        <a:buNone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+mj-lt"/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1952" indent="-34195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6pPr>
      <a:lvl7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7pPr>
      <a:lvl8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8pPr>
      <a:lvl9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1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6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2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8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4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49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55"/>
            </p:custDataLst>
            <p:extLst>
              <p:ext uri="{D42A27DB-BD31-4B8C-83A1-F6EECF244321}">
                <p14:modId xmlns:p14="http://schemas.microsoft.com/office/powerpoint/2010/main" val="41667735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6" imgW="360" imgH="360" progId="TCLayout.ActiveDocument.1">
                  <p:embed/>
                </p:oleObj>
              </mc:Choice>
              <mc:Fallback>
                <p:oleObj name="think-cell Slide" r:id="rId56" imgW="360" imgH="36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9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endParaRPr lang="en-US"/>
          </a:p>
        </p:txBody>
      </p:sp>
      <p:sp>
        <p:nvSpPr>
          <p:cNvPr id="18" name="Placeholder other markers"/>
          <p:cNvSpPr txBox="1">
            <a:spLocks/>
          </p:cNvSpPr>
          <p:nvPr userDrawn="1"/>
        </p:nvSpPr>
        <p:spPr>
          <a:xfrm>
            <a:off x="6966059" y="2381"/>
            <a:ext cx="936000" cy="306000"/>
          </a:xfrm>
          <a:prstGeom prst="rect">
            <a:avLst/>
          </a:prstGeom>
        </p:spPr>
        <p:txBody>
          <a:bodyPr/>
          <a:lstStyle>
            <a:lvl1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                      </a:t>
            </a:r>
          </a:p>
        </p:txBody>
      </p:sp>
      <p:sp>
        <p:nvSpPr>
          <p:cNvPr id="20" name="Placeholder classification"/>
          <p:cNvSpPr txBox="1">
            <a:spLocks/>
          </p:cNvSpPr>
          <p:nvPr userDrawn="1"/>
        </p:nvSpPr>
        <p:spPr>
          <a:xfrm>
            <a:off x="9921659" y="2381"/>
            <a:ext cx="1872000" cy="306000"/>
          </a:xfrm>
          <a:prstGeom prst="rect">
            <a:avLst/>
          </a:prstGeom>
        </p:spPr>
        <p:txBody>
          <a:bodyPr/>
          <a:lstStyle>
            <a:lvl1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                             </a:t>
            </a:r>
          </a:p>
        </p:txBody>
      </p:sp>
      <p:sp>
        <p:nvSpPr>
          <p:cNvPr id="19" name="Placeholder confidentiality"/>
          <p:cNvSpPr txBox="1">
            <a:spLocks/>
          </p:cNvSpPr>
          <p:nvPr userDrawn="1"/>
        </p:nvSpPr>
        <p:spPr>
          <a:xfrm>
            <a:off x="7977659" y="2381"/>
            <a:ext cx="1872000" cy="306000"/>
          </a:xfrm>
          <a:prstGeom prst="rect">
            <a:avLst/>
          </a:prstGeom>
        </p:spPr>
        <p:txBody>
          <a:bodyPr/>
          <a:lstStyle>
            <a:lvl1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                    </a:t>
            </a:r>
          </a:p>
        </p:txBody>
      </p:sp>
      <p:sp>
        <p:nvSpPr>
          <p:cNvPr id="57" name="Content"/>
          <p:cNvSpPr>
            <a:spLocks noGrp="1"/>
          </p:cNvSpPr>
          <p:nvPr>
            <p:ph type="body" idx="1"/>
          </p:nvPr>
        </p:nvSpPr>
        <p:spPr bwMode="black">
          <a:xfrm>
            <a:off x="395288" y="1511300"/>
            <a:ext cx="11396662" cy="4914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52" name="Title"/>
          <p:cNvSpPr>
            <a:spLocks noGrp="1"/>
          </p:cNvSpPr>
          <p:nvPr>
            <p:ph type="title"/>
          </p:nvPr>
        </p:nvSpPr>
        <p:spPr bwMode="black">
          <a:xfrm>
            <a:off x="395290" y="368300"/>
            <a:ext cx="11396660" cy="10083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pic>
        <p:nvPicPr>
          <p:cNvPr id="12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CDB2D812-8984-C24F-B3C2-0CFF94F2461C}"/>
              </a:ext>
            </a:extLst>
          </p:cNvPr>
          <p:cNvPicPr>
            <a:picLocks noChangeAspect="1"/>
          </p:cNvPicPr>
          <p:nvPr userDrawn="1"/>
        </p:nvPicPr>
        <p:blipFill>
          <a:blip r:embed="rId58" cstate="print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937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26" r:id="rId1"/>
    <p:sldLayoutId id="2147485527" r:id="rId2"/>
    <p:sldLayoutId id="2147485528" r:id="rId3"/>
    <p:sldLayoutId id="2147485529" r:id="rId4"/>
    <p:sldLayoutId id="2147485530" r:id="rId5"/>
    <p:sldLayoutId id="2147485531" r:id="rId6"/>
    <p:sldLayoutId id="2147485532" r:id="rId7"/>
    <p:sldLayoutId id="2147485533" r:id="rId8"/>
    <p:sldLayoutId id="2147485534" r:id="rId9"/>
    <p:sldLayoutId id="2147485535" r:id="rId10"/>
    <p:sldLayoutId id="2147485536" r:id="rId11"/>
    <p:sldLayoutId id="2147485537" r:id="rId12"/>
    <p:sldLayoutId id="2147485538" r:id="rId13"/>
    <p:sldLayoutId id="2147485539" r:id="rId14"/>
    <p:sldLayoutId id="2147485540" r:id="rId15"/>
    <p:sldLayoutId id="2147485541" r:id="rId16"/>
    <p:sldLayoutId id="2147485542" r:id="rId17"/>
    <p:sldLayoutId id="2147485543" r:id="rId18"/>
    <p:sldLayoutId id="2147485544" r:id="rId19"/>
    <p:sldLayoutId id="2147485545" r:id="rId20"/>
    <p:sldLayoutId id="2147485546" r:id="rId21"/>
    <p:sldLayoutId id="2147485547" r:id="rId22"/>
    <p:sldLayoutId id="2147485548" r:id="rId23"/>
    <p:sldLayoutId id="2147485549" r:id="rId24"/>
    <p:sldLayoutId id="2147485550" r:id="rId25"/>
    <p:sldLayoutId id="2147485551" r:id="rId26"/>
    <p:sldLayoutId id="2147485552" r:id="rId27"/>
    <p:sldLayoutId id="2147485553" r:id="rId28"/>
    <p:sldLayoutId id="2147485554" r:id="rId29"/>
    <p:sldLayoutId id="2147485555" r:id="rId30"/>
    <p:sldLayoutId id="2147485556" r:id="rId31"/>
    <p:sldLayoutId id="2147485557" r:id="rId32"/>
    <p:sldLayoutId id="2147485558" r:id="rId33"/>
    <p:sldLayoutId id="2147485559" r:id="rId34"/>
    <p:sldLayoutId id="2147485560" r:id="rId35"/>
    <p:sldLayoutId id="2147485561" r:id="rId36"/>
    <p:sldLayoutId id="2147485562" r:id="rId37"/>
    <p:sldLayoutId id="2147485563" r:id="rId38"/>
    <p:sldLayoutId id="2147485564" r:id="rId39"/>
    <p:sldLayoutId id="2147485565" r:id="rId40"/>
    <p:sldLayoutId id="2147485566" r:id="rId41"/>
    <p:sldLayoutId id="2147485567" r:id="rId42"/>
    <p:sldLayoutId id="2147485568" r:id="rId43"/>
    <p:sldLayoutId id="2147485569" r:id="rId44"/>
    <p:sldLayoutId id="2147485570" r:id="rId45"/>
    <p:sldLayoutId id="2147485571" r:id="rId46"/>
    <p:sldLayoutId id="2147485572" r:id="rId47"/>
    <p:sldLayoutId id="2147485573" r:id="rId48"/>
    <p:sldLayoutId id="2147485574" r:id="rId49"/>
    <p:sldLayoutId id="2147485575" r:id="rId50"/>
    <p:sldLayoutId id="2147485576" r:id="rId51"/>
    <p:sldLayoutId id="2147485577" r:id="rId52"/>
    <p:sldLayoutId id="2147485578" r:id="rId5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marL="0" indent="0" algn="l" defTabSz="914271" rtl="0" eaLnBrk="1" latinLnBrk="0" hangingPunct="1">
        <a:spcBef>
          <a:spcPts val="0"/>
        </a:spcBef>
        <a:buFont typeface="+mj-lt"/>
        <a:buNone/>
        <a:defRPr sz="36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+mj-lt"/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1952" indent="-34195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6pPr>
      <a:lvl7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7pPr>
      <a:lvl8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8pPr>
      <a:lvl9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1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6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2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8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4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49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8">
          <p15:clr>
            <a:srgbClr val="A4A3A4"/>
          </p15:clr>
        </p15:guide>
        <p15:guide id="2" pos="7430">
          <p15:clr>
            <a:srgbClr val="A4A3A4"/>
          </p15:clr>
        </p15:guide>
        <p15:guide id="3" orient="horz" pos="4049">
          <p15:clr>
            <a:srgbClr val="A4A3A4"/>
          </p15:clr>
        </p15:guide>
        <p15:guide id="4" orient="horz" pos="231">
          <p15:clr>
            <a:srgbClr val="A4A3A4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5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1" imgW="360" imgH="360" progId="TCLayout.ActiveDocument.1">
                  <p:embed/>
                </p:oleObj>
              </mc:Choice>
              <mc:Fallback>
                <p:oleObj name="think-cell Slide" r:id="rId51" imgW="360" imgH="360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Slide number"/>
          <p:cNvSpPr>
            <a:spLocks noGrp="1"/>
          </p:cNvSpPr>
          <p:nvPr>
            <p:ph type="sldNum" sz="quarter" idx="4"/>
          </p:nvPr>
        </p:nvSpPr>
        <p:spPr bwMode="black">
          <a:xfrm>
            <a:off x="11467951" y="6552000"/>
            <a:ext cx="323999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l">
              <a:spcBef>
                <a:spcPts val="0"/>
              </a:spcBef>
              <a:defRPr sz="1000"/>
            </a:lvl2pPr>
            <a:lvl3pPr marL="0" indent="0" algn="l">
              <a:spcBef>
                <a:spcPts val="0"/>
              </a:spcBef>
              <a:defRPr sz="1000"/>
            </a:lvl3pPr>
            <a:lvl4pPr marL="0" indent="0" algn="l">
              <a:spcBef>
                <a:spcPts val="0"/>
              </a:spcBef>
              <a:defRPr sz="1000"/>
            </a:lvl4pPr>
            <a:lvl5pPr marL="0" indent="0" algn="l">
              <a:spcBef>
                <a:spcPts val="0"/>
              </a:spcBef>
              <a:defRPr sz="1000"/>
            </a:lvl5pPr>
            <a:lvl6pPr marL="0" indent="0" algn="l">
              <a:spcBef>
                <a:spcPts val="0"/>
              </a:spcBef>
              <a:defRPr sz="1000"/>
            </a:lvl6pPr>
            <a:lvl7pPr marL="0" indent="0" algn="l">
              <a:spcBef>
                <a:spcPts val="0"/>
              </a:spcBef>
              <a:defRPr sz="1000"/>
            </a:lvl7pPr>
            <a:lvl8pPr marL="0" indent="0" algn="l">
              <a:spcBef>
                <a:spcPts val="0"/>
              </a:spcBef>
              <a:defRPr sz="1000"/>
            </a:lvl8pPr>
            <a:lvl9pPr marL="0" indent="0" algn="l">
              <a:spcBef>
                <a:spcPts val="0"/>
              </a:spcBef>
              <a:defRPr sz="1000"/>
            </a:lvl9pPr>
          </a:lstStyle>
          <a:p>
            <a:fld id="{AD1D1349-391B-44DC-865F-5996B3E40F26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59" name="Footer"/>
          <p:cNvSpPr>
            <a:spLocks noGrp="1"/>
          </p:cNvSpPr>
          <p:nvPr>
            <p:ph type="ftr" sz="quarter" idx="3"/>
          </p:nvPr>
        </p:nvSpPr>
        <p:spPr bwMode="black">
          <a:xfrm>
            <a:off x="3146400" y="6552000"/>
            <a:ext cx="7848000" cy="306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r">
              <a:spcBef>
                <a:spcPts val="0"/>
              </a:spcBef>
              <a:buFont typeface="+mj-lt"/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  <a:lvl2pPr marL="0" indent="0" algn="r">
              <a:spcBef>
                <a:spcPts val="0"/>
              </a:spcBef>
              <a:defRPr sz="1000"/>
            </a:lvl2pPr>
            <a:lvl3pPr marL="0" indent="0" algn="r">
              <a:spcBef>
                <a:spcPts val="0"/>
              </a:spcBef>
              <a:defRPr sz="1000"/>
            </a:lvl3pPr>
            <a:lvl4pPr marL="0" indent="0" algn="r">
              <a:spcBef>
                <a:spcPts val="0"/>
              </a:spcBef>
              <a:defRPr sz="1000"/>
            </a:lvl4pPr>
            <a:lvl5pPr marL="0" indent="0" algn="r">
              <a:spcBef>
                <a:spcPts val="0"/>
              </a:spcBef>
              <a:defRPr sz="1000"/>
            </a:lvl5pPr>
            <a:lvl6pPr marL="0" indent="0" algn="r">
              <a:spcBef>
                <a:spcPts val="0"/>
              </a:spcBef>
              <a:defRPr sz="1000"/>
            </a:lvl6pPr>
            <a:lvl7pPr marL="0" indent="0" algn="r">
              <a:spcBef>
                <a:spcPts val="0"/>
              </a:spcBef>
              <a:defRPr sz="1000"/>
            </a:lvl7pPr>
            <a:lvl8pPr marL="0" indent="0" algn="r">
              <a:spcBef>
                <a:spcPts val="0"/>
              </a:spcBef>
              <a:defRPr sz="1000"/>
            </a:lvl8pPr>
            <a:lvl9pPr marL="0" indent="0" algn="r">
              <a:spcBef>
                <a:spcPts val="0"/>
              </a:spcBef>
              <a:defRPr sz="1000"/>
            </a:lvl9pPr>
          </a:lstStyle>
          <a:p>
            <a:r>
              <a:rPr lang="en-US"/>
              <a:t>PanGu MPA Rollout OTA  | RDC | 07th Aug. 2025</a:t>
            </a:r>
          </a:p>
        </p:txBody>
      </p:sp>
      <p:sp>
        <p:nvSpPr>
          <p:cNvPr id="18" name="Placeholder other markers"/>
          <p:cNvSpPr txBox="1">
            <a:spLocks/>
          </p:cNvSpPr>
          <p:nvPr userDrawn="1"/>
        </p:nvSpPr>
        <p:spPr>
          <a:xfrm>
            <a:off x="6966059" y="2381"/>
            <a:ext cx="936000" cy="306000"/>
          </a:xfrm>
          <a:prstGeom prst="rect">
            <a:avLst/>
          </a:prstGeom>
        </p:spPr>
        <p:txBody>
          <a:bodyPr/>
          <a:lstStyle>
            <a:lvl1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                      </a:t>
            </a:r>
          </a:p>
        </p:txBody>
      </p:sp>
      <p:sp>
        <p:nvSpPr>
          <p:cNvPr id="20" name="Placeholder classification"/>
          <p:cNvSpPr txBox="1">
            <a:spLocks/>
          </p:cNvSpPr>
          <p:nvPr userDrawn="1"/>
        </p:nvSpPr>
        <p:spPr>
          <a:xfrm>
            <a:off x="9921659" y="2381"/>
            <a:ext cx="1872000" cy="306000"/>
          </a:xfrm>
          <a:prstGeom prst="rect">
            <a:avLst/>
          </a:prstGeom>
        </p:spPr>
        <p:txBody>
          <a:bodyPr/>
          <a:lstStyle>
            <a:lvl1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                             </a:t>
            </a:r>
          </a:p>
        </p:txBody>
      </p:sp>
      <p:sp>
        <p:nvSpPr>
          <p:cNvPr id="19" name="Placeholder confidentiality"/>
          <p:cNvSpPr txBox="1">
            <a:spLocks/>
          </p:cNvSpPr>
          <p:nvPr userDrawn="1"/>
        </p:nvSpPr>
        <p:spPr>
          <a:xfrm>
            <a:off x="7977659" y="2381"/>
            <a:ext cx="1872000" cy="306000"/>
          </a:xfrm>
          <a:prstGeom prst="rect">
            <a:avLst/>
          </a:prstGeom>
        </p:spPr>
        <p:txBody>
          <a:bodyPr/>
          <a:lstStyle>
            <a:lvl1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2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                    </a:t>
            </a:r>
          </a:p>
        </p:txBody>
      </p:sp>
      <p:sp>
        <p:nvSpPr>
          <p:cNvPr id="57" name="Content"/>
          <p:cNvSpPr>
            <a:spLocks noGrp="1"/>
          </p:cNvSpPr>
          <p:nvPr>
            <p:ph type="body" idx="1"/>
          </p:nvPr>
        </p:nvSpPr>
        <p:spPr bwMode="black">
          <a:xfrm>
            <a:off x="395288" y="1511300"/>
            <a:ext cx="11396662" cy="49148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Insert text in </a:t>
            </a:r>
            <a:r>
              <a:rPr lang="en-US" noProof="0"/>
              <a:t>Corpo S Text Light 20 pt. </a:t>
            </a:r>
            <a:r>
              <a:rPr lang="en-US"/>
              <a:t>// for bullets: Home // Paragraph// Increase/Decrease List Level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Sixth level</a:t>
            </a:r>
          </a:p>
          <a:p>
            <a:pPr lvl="6"/>
            <a:r>
              <a:rPr lang="en-US" noProof="0"/>
              <a:t>Seventh level</a:t>
            </a:r>
          </a:p>
          <a:p>
            <a:pPr lvl="7"/>
            <a:r>
              <a:rPr lang="en-US" noProof="0"/>
              <a:t>Eighth level</a:t>
            </a:r>
          </a:p>
          <a:p>
            <a:pPr lvl="8"/>
            <a:r>
              <a:rPr lang="en-US" noProof="0"/>
              <a:t>Ninth level</a:t>
            </a:r>
          </a:p>
        </p:txBody>
      </p:sp>
      <p:sp>
        <p:nvSpPr>
          <p:cNvPr id="52" name="Title"/>
          <p:cNvSpPr>
            <a:spLocks noGrp="1"/>
          </p:cNvSpPr>
          <p:nvPr>
            <p:ph type="title"/>
          </p:nvPr>
        </p:nvSpPr>
        <p:spPr bwMode="black">
          <a:xfrm>
            <a:off x="395290" y="368300"/>
            <a:ext cx="11396660" cy="10083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Headline on two lines in Corpo A Title Condensed 36 pt. </a:t>
            </a:r>
            <a:br>
              <a:rPr lang="en-US" noProof="0"/>
            </a:br>
            <a:r>
              <a:rPr lang="en-US" noProof="0"/>
              <a:t>Lorem ipsum dolor sit amet.</a:t>
            </a:r>
          </a:p>
        </p:txBody>
      </p:sp>
      <p:pic>
        <p:nvPicPr>
          <p:cNvPr id="11" name="Wortmarke Mercedes-Benz" descr="Y:\KiA\OV\PLATIS\JOB 1508-002_PPT_Mercedes_Benz_2010\allMaterial\1508-005_Material + Briefing\Material\MZ-Assets\MB-word-mark_p_3Coffice.emf"/>
          <p:cNvPicPr>
            <a:picLocks noChangeAspect="1" noChangeArrowheads="1"/>
          </p:cNvPicPr>
          <p:nvPr userDrawn="1"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95795" y="6613944"/>
            <a:ext cx="1188000" cy="148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98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80" r:id="rId1"/>
    <p:sldLayoutId id="2147485581" r:id="rId2"/>
    <p:sldLayoutId id="2147485582" r:id="rId3"/>
    <p:sldLayoutId id="2147485583" r:id="rId4"/>
    <p:sldLayoutId id="2147485584" r:id="rId5"/>
    <p:sldLayoutId id="2147485585" r:id="rId6"/>
    <p:sldLayoutId id="2147485586" r:id="rId7"/>
    <p:sldLayoutId id="2147485587" r:id="rId8"/>
    <p:sldLayoutId id="2147485588" r:id="rId9"/>
    <p:sldLayoutId id="2147485589" r:id="rId10"/>
    <p:sldLayoutId id="2147485590" r:id="rId11"/>
    <p:sldLayoutId id="2147485591" r:id="rId12"/>
    <p:sldLayoutId id="2147485592" r:id="rId13"/>
    <p:sldLayoutId id="2147485593" r:id="rId14"/>
    <p:sldLayoutId id="2147485594" r:id="rId15"/>
    <p:sldLayoutId id="2147485595" r:id="rId16"/>
    <p:sldLayoutId id="2147485596" r:id="rId17"/>
    <p:sldLayoutId id="2147485597" r:id="rId18"/>
    <p:sldLayoutId id="2147485598" r:id="rId19"/>
    <p:sldLayoutId id="2147485599" r:id="rId20"/>
    <p:sldLayoutId id="2147485600" r:id="rId21"/>
    <p:sldLayoutId id="2147485601" r:id="rId22"/>
    <p:sldLayoutId id="2147485602" r:id="rId23"/>
    <p:sldLayoutId id="2147485603" r:id="rId24"/>
    <p:sldLayoutId id="2147485604" r:id="rId25"/>
    <p:sldLayoutId id="2147485605" r:id="rId26"/>
    <p:sldLayoutId id="2147485606" r:id="rId27"/>
    <p:sldLayoutId id="2147485607" r:id="rId28"/>
    <p:sldLayoutId id="2147485608" r:id="rId29"/>
    <p:sldLayoutId id="2147485609" r:id="rId30"/>
    <p:sldLayoutId id="2147485610" r:id="rId31"/>
    <p:sldLayoutId id="2147485611" r:id="rId32"/>
    <p:sldLayoutId id="2147485612" r:id="rId33"/>
    <p:sldLayoutId id="2147485613" r:id="rId34"/>
    <p:sldLayoutId id="2147485614" r:id="rId35"/>
    <p:sldLayoutId id="2147485615" r:id="rId36"/>
    <p:sldLayoutId id="2147485616" r:id="rId37"/>
    <p:sldLayoutId id="2147485617" r:id="rId38"/>
    <p:sldLayoutId id="2147485618" r:id="rId39"/>
    <p:sldLayoutId id="2147485619" r:id="rId40"/>
    <p:sldLayoutId id="2147485620" r:id="rId41"/>
    <p:sldLayoutId id="2147485621" r:id="rId42"/>
    <p:sldLayoutId id="2147485622" r:id="rId43"/>
    <p:sldLayoutId id="2147485623" r:id="rId44"/>
    <p:sldLayoutId id="2147485624" r:id="rId45"/>
    <p:sldLayoutId id="2147485625" r:id="rId46"/>
    <p:sldLayoutId id="2147485626" r:id="rId47"/>
    <p:sldLayoutId id="2147485627" r:id="rId48"/>
  </p:sldLayoutIdLst>
  <p:hf sldNum="0" hdr="0" dt="0"/>
  <p:txStyles>
    <p:titleStyle>
      <a:lvl1pPr marL="0" indent="0" algn="l" defTabSz="914271" rtl="0" eaLnBrk="1" latinLnBrk="0" hangingPunct="1">
        <a:spcBef>
          <a:spcPts val="0"/>
        </a:spcBef>
        <a:buFont typeface="+mj-lt"/>
        <a:buNone/>
        <a:defRPr sz="36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+mj-lt"/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1952" indent="-34195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39924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6pPr>
      <a:lvl7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7pPr>
      <a:lvl8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8pPr>
      <a:lvl9pPr marL="738000" indent="-197972" algn="l" defTabSz="914271" rtl="0" eaLnBrk="1" latinLnBrk="0" hangingPunct="1">
        <a:lnSpc>
          <a:spcPct val="108000"/>
        </a:lnSpc>
        <a:spcBef>
          <a:spcPts val="0"/>
        </a:spcBef>
        <a:spcAft>
          <a:spcPts val="1008"/>
        </a:spcAft>
        <a:buFont typeface="Symbol" panose="05050102010706020507" pitchFamily="18" charset="2"/>
        <a:buChar char="-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1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6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42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8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14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49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85" algn="l" defTabSz="91427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8">
          <p15:clr>
            <a:srgbClr val="A4A3A4"/>
          </p15:clr>
        </p15:guide>
        <p15:guide id="2" pos="7430">
          <p15:clr>
            <a:srgbClr val="A4A3A4"/>
          </p15:clr>
        </p15:guide>
        <p15:guide id="3" orient="horz" pos="4049">
          <p15:clr>
            <a:srgbClr val="A4A3A4"/>
          </p15:clr>
        </p15:guide>
        <p15:guide id="4" orient="horz" pos="23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42.xml"/><Relationship Id="rId21" Type="http://schemas.openxmlformats.org/officeDocument/2006/relationships/tags" Target="../tags/tag37.xml"/><Relationship Id="rId42" Type="http://schemas.openxmlformats.org/officeDocument/2006/relationships/tags" Target="../tags/tag58.xml"/><Relationship Id="rId47" Type="http://schemas.openxmlformats.org/officeDocument/2006/relationships/tags" Target="../tags/tag63.xml"/><Relationship Id="rId63" Type="http://schemas.openxmlformats.org/officeDocument/2006/relationships/tags" Target="../tags/tag79.xml"/><Relationship Id="rId68" Type="http://schemas.openxmlformats.org/officeDocument/2006/relationships/tags" Target="../tags/tag84.xml"/><Relationship Id="rId16" Type="http://schemas.openxmlformats.org/officeDocument/2006/relationships/tags" Target="../tags/tag32.xml"/><Relationship Id="rId11" Type="http://schemas.openxmlformats.org/officeDocument/2006/relationships/tags" Target="../tags/tag27.xml"/><Relationship Id="rId32" Type="http://schemas.openxmlformats.org/officeDocument/2006/relationships/tags" Target="../tags/tag48.xml"/><Relationship Id="rId37" Type="http://schemas.openxmlformats.org/officeDocument/2006/relationships/tags" Target="../tags/tag53.xml"/><Relationship Id="rId53" Type="http://schemas.openxmlformats.org/officeDocument/2006/relationships/tags" Target="../tags/tag69.xml"/><Relationship Id="rId58" Type="http://schemas.openxmlformats.org/officeDocument/2006/relationships/tags" Target="../tags/tag74.xml"/><Relationship Id="rId74" Type="http://schemas.openxmlformats.org/officeDocument/2006/relationships/tags" Target="../tags/tag90.xml"/><Relationship Id="rId79" Type="http://schemas.openxmlformats.org/officeDocument/2006/relationships/image" Target="../media/image25.emf"/><Relationship Id="rId5" Type="http://schemas.openxmlformats.org/officeDocument/2006/relationships/tags" Target="../tags/tag21.xml"/><Relationship Id="rId61" Type="http://schemas.openxmlformats.org/officeDocument/2006/relationships/tags" Target="../tags/tag77.xml"/><Relationship Id="rId82" Type="http://schemas.openxmlformats.org/officeDocument/2006/relationships/hyperlink" Target="https://starc.i.mercedes-benz.com/issue/17897989" TargetMode="External"/><Relationship Id="rId19" Type="http://schemas.openxmlformats.org/officeDocument/2006/relationships/tags" Target="../tags/tag35.xml"/><Relationship Id="rId14" Type="http://schemas.openxmlformats.org/officeDocument/2006/relationships/tags" Target="../tags/tag30.xml"/><Relationship Id="rId22" Type="http://schemas.openxmlformats.org/officeDocument/2006/relationships/tags" Target="../tags/tag38.xml"/><Relationship Id="rId27" Type="http://schemas.openxmlformats.org/officeDocument/2006/relationships/tags" Target="../tags/tag43.xml"/><Relationship Id="rId30" Type="http://schemas.openxmlformats.org/officeDocument/2006/relationships/tags" Target="../tags/tag46.xml"/><Relationship Id="rId35" Type="http://schemas.openxmlformats.org/officeDocument/2006/relationships/tags" Target="../tags/tag51.xml"/><Relationship Id="rId43" Type="http://schemas.openxmlformats.org/officeDocument/2006/relationships/tags" Target="../tags/tag59.xml"/><Relationship Id="rId48" Type="http://schemas.openxmlformats.org/officeDocument/2006/relationships/tags" Target="../tags/tag64.xml"/><Relationship Id="rId56" Type="http://schemas.openxmlformats.org/officeDocument/2006/relationships/tags" Target="../tags/tag72.xml"/><Relationship Id="rId64" Type="http://schemas.openxmlformats.org/officeDocument/2006/relationships/tags" Target="../tags/tag80.xml"/><Relationship Id="rId69" Type="http://schemas.openxmlformats.org/officeDocument/2006/relationships/tags" Target="../tags/tag85.xml"/><Relationship Id="rId77" Type="http://schemas.openxmlformats.org/officeDocument/2006/relationships/notesSlide" Target="../notesSlides/notesSlide1.xml"/><Relationship Id="rId8" Type="http://schemas.openxmlformats.org/officeDocument/2006/relationships/tags" Target="../tags/tag24.xml"/><Relationship Id="rId51" Type="http://schemas.openxmlformats.org/officeDocument/2006/relationships/tags" Target="../tags/tag67.xml"/><Relationship Id="rId72" Type="http://schemas.openxmlformats.org/officeDocument/2006/relationships/tags" Target="../tags/tag88.xml"/><Relationship Id="rId80" Type="http://schemas.openxmlformats.org/officeDocument/2006/relationships/hyperlink" Target="https://starc.i.mercedes-benz.com/issue/16993340" TargetMode="External"/><Relationship Id="rId3" Type="http://schemas.openxmlformats.org/officeDocument/2006/relationships/tags" Target="../tags/tag19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5" Type="http://schemas.openxmlformats.org/officeDocument/2006/relationships/tags" Target="../tags/tag41.xml"/><Relationship Id="rId33" Type="http://schemas.openxmlformats.org/officeDocument/2006/relationships/tags" Target="../tags/tag49.xml"/><Relationship Id="rId38" Type="http://schemas.openxmlformats.org/officeDocument/2006/relationships/tags" Target="../tags/tag54.xml"/><Relationship Id="rId46" Type="http://schemas.openxmlformats.org/officeDocument/2006/relationships/tags" Target="../tags/tag62.xml"/><Relationship Id="rId59" Type="http://schemas.openxmlformats.org/officeDocument/2006/relationships/tags" Target="../tags/tag75.xml"/><Relationship Id="rId67" Type="http://schemas.openxmlformats.org/officeDocument/2006/relationships/tags" Target="../tags/tag83.xml"/><Relationship Id="rId20" Type="http://schemas.openxmlformats.org/officeDocument/2006/relationships/tags" Target="../tags/tag36.xml"/><Relationship Id="rId41" Type="http://schemas.openxmlformats.org/officeDocument/2006/relationships/tags" Target="../tags/tag57.xml"/><Relationship Id="rId54" Type="http://schemas.openxmlformats.org/officeDocument/2006/relationships/tags" Target="../tags/tag70.xml"/><Relationship Id="rId62" Type="http://schemas.openxmlformats.org/officeDocument/2006/relationships/tags" Target="../tags/tag78.xml"/><Relationship Id="rId70" Type="http://schemas.openxmlformats.org/officeDocument/2006/relationships/tags" Target="../tags/tag86.xml"/><Relationship Id="rId75" Type="http://schemas.openxmlformats.org/officeDocument/2006/relationships/tags" Target="../tags/tag91.xml"/><Relationship Id="rId83" Type="http://schemas.openxmlformats.org/officeDocument/2006/relationships/hyperlink" Target="https://starc.i.mercedes-benz.com/issue/17569102" TargetMode="Externa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5" Type="http://schemas.openxmlformats.org/officeDocument/2006/relationships/tags" Target="../tags/tag31.xml"/><Relationship Id="rId23" Type="http://schemas.openxmlformats.org/officeDocument/2006/relationships/tags" Target="../tags/tag39.xml"/><Relationship Id="rId28" Type="http://schemas.openxmlformats.org/officeDocument/2006/relationships/tags" Target="../tags/tag44.xml"/><Relationship Id="rId36" Type="http://schemas.openxmlformats.org/officeDocument/2006/relationships/tags" Target="../tags/tag52.xml"/><Relationship Id="rId49" Type="http://schemas.openxmlformats.org/officeDocument/2006/relationships/tags" Target="../tags/tag65.xml"/><Relationship Id="rId57" Type="http://schemas.openxmlformats.org/officeDocument/2006/relationships/tags" Target="../tags/tag73.xml"/><Relationship Id="rId10" Type="http://schemas.openxmlformats.org/officeDocument/2006/relationships/tags" Target="../tags/tag26.xml"/><Relationship Id="rId31" Type="http://schemas.openxmlformats.org/officeDocument/2006/relationships/tags" Target="../tags/tag47.xml"/><Relationship Id="rId44" Type="http://schemas.openxmlformats.org/officeDocument/2006/relationships/tags" Target="../tags/tag60.xml"/><Relationship Id="rId52" Type="http://schemas.openxmlformats.org/officeDocument/2006/relationships/tags" Target="../tags/tag68.xml"/><Relationship Id="rId60" Type="http://schemas.openxmlformats.org/officeDocument/2006/relationships/tags" Target="../tags/tag76.xml"/><Relationship Id="rId65" Type="http://schemas.openxmlformats.org/officeDocument/2006/relationships/tags" Target="../tags/tag81.xml"/><Relationship Id="rId73" Type="http://schemas.openxmlformats.org/officeDocument/2006/relationships/tags" Target="../tags/tag89.xml"/><Relationship Id="rId78" Type="http://schemas.openxmlformats.org/officeDocument/2006/relationships/oleObject" Target="../embeddings/oleObject12.bin"/><Relationship Id="rId81" Type="http://schemas.openxmlformats.org/officeDocument/2006/relationships/hyperlink" Target="https://starc.i.mercedes-benz.com/issue/17554795" TargetMode="Externa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39" Type="http://schemas.openxmlformats.org/officeDocument/2006/relationships/tags" Target="../tags/tag55.xml"/><Relationship Id="rId34" Type="http://schemas.openxmlformats.org/officeDocument/2006/relationships/tags" Target="../tags/tag50.xml"/><Relationship Id="rId50" Type="http://schemas.openxmlformats.org/officeDocument/2006/relationships/tags" Target="../tags/tag66.xml"/><Relationship Id="rId55" Type="http://schemas.openxmlformats.org/officeDocument/2006/relationships/tags" Target="../tags/tag71.xml"/><Relationship Id="rId76" Type="http://schemas.openxmlformats.org/officeDocument/2006/relationships/slideLayout" Target="../slideLayouts/slideLayout149.xml"/><Relationship Id="rId7" Type="http://schemas.openxmlformats.org/officeDocument/2006/relationships/tags" Target="../tags/tag23.xml"/><Relationship Id="rId71" Type="http://schemas.openxmlformats.org/officeDocument/2006/relationships/tags" Target="../tags/tag87.xml"/><Relationship Id="rId2" Type="http://schemas.openxmlformats.org/officeDocument/2006/relationships/tags" Target="../tags/tag18.xml"/><Relationship Id="rId29" Type="http://schemas.openxmlformats.org/officeDocument/2006/relationships/tags" Target="../tags/tag45.xml"/><Relationship Id="rId24" Type="http://schemas.openxmlformats.org/officeDocument/2006/relationships/tags" Target="../tags/tag40.xml"/><Relationship Id="rId40" Type="http://schemas.openxmlformats.org/officeDocument/2006/relationships/tags" Target="../tags/tag56.xml"/><Relationship Id="rId45" Type="http://schemas.openxmlformats.org/officeDocument/2006/relationships/tags" Target="../tags/tag61.xml"/><Relationship Id="rId66" Type="http://schemas.openxmlformats.org/officeDocument/2006/relationships/tags" Target="../tags/tag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769F2-DA00-7A66-D97C-2049BC585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7" name="Object 486" hidden="1">
            <a:extLst>
              <a:ext uri="{FF2B5EF4-FFF2-40B4-BE49-F238E27FC236}">
                <a16:creationId xmlns:a16="http://schemas.microsoft.com/office/drawing/2014/main" id="{CFB57635-4AD4-289B-B8C2-87F1C97D283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1831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8" imgW="395" imgH="394" progId="TCLayout.ActiveDocument.1">
                  <p:embed/>
                </p:oleObj>
              </mc:Choice>
              <mc:Fallback>
                <p:oleObj name="think-cell Slide" r:id="rId78" imgW="395" imgH="394" progId="TCLayout.ActiveDocument.1">
                  <p:embed/>
                  <p:pic>
                    <p:nvPicPr>
                      <p:cNvPr id="487" name="Object 486" hidden="1">
                        <a:extLst>
                          <a:ext uri="{FF2B5EF4-FFF2-40B4-BE49-F238E27FC236}">
                            <a16:creationId xmlns:a16="http://schemas.microsoft.com/office/drawing/2014/main" id="{CFB57635-4AD4-289B-B8C2-87F1C97D28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AC826-68DD-E23F-BC66-9535F57483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5CA48-1FF5-C057-57EC-91E6C28076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61F97B-57DF-B1E4-78B6-CDEAA81BAD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83B9AC3-FB71-25A5-60DF-233A8D94F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sz="2800"/>
              <a:t>IDC/Civic MPA OTA Rollout Overview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3F03D3C-0EC0-4D5A-A40F-1959CCE3C9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tamp confidential">
            <a:extLst>
              <a:ext uri="{FF2B5EF4-FFF2-40B4-BE49-F238E27FC236}">
                <a16:creationId xmlns:a16="http://schemas.microsoft.com/office/drawing/2014/main" id="{8C835B2D-29BB-797B-9752-E61506701679}"/>
              </a:ext>
            </a:extLst>
          </p:cNvPr>
          <p:cNvSpPr/>
          <p:nvPr/>
        </p:nvSpPr>
        <p:spPr bwMode="gray">
          <a:xfrm>
            <a:off x="9930387" y="0"/>
            <a:ext cx="1870413" cy="306000"/>
          </a:xfrm>
          <a:prstGeom prst="rect">
            <a:avLst/>
          </a:prstGeom>
          <a:solidFill>
            <a:srgbClr val="9F00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RDC Internal</a:t>
            </a:r>
          </a:p>
        </p:txBody>
      </p:sp>
      <p:sp>
        <p:nvSpPr>
          <p:cNvPr id="49" name="Footer Placeholder 48">
            <a:extLst>
              <a:ext uri="{FF2B5EF4-FFF2-40B4-BE49-F238E27FC236}">
                <a16:creationId xmlns:a16="http://schemas.microsoft.com/office/drawing/2014/main" id="{D6D21D33-40D7-D8D9-567B-70D955166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PanGu MPA Rollout OTA  | RDC | 07th Aug. 2025</a:t>
            </a:r>
          </a:p>
        </p:txBody>
      </p:sp>
      <p:sp>
        <p:nvSpPr>
          <p:cNvPr id="50" name="文本框 151">
            <a:extLst>
              <a:ext uri="{FF2B5EF4-FFF2-40B4-BE49-F238E27FC236}">
                <a16:creationId xmlns:a16="http://schemas.microsoft.com/office/drawing/2014/main" id="{6784D4CB-AE19-D3D9-47EA-87D630961310}"/>
              </a:ext>
            </a:extLst>
          </p:cNvPr>
          <p:cNvSpPr txBox="1"/>
          <p:nvPr/>
        </p:nvSpPr>
        <p:spPr>
          <a:xfrm>
            <a:off x="10240963" y="292506"/>
            <a:ext cx="1397000" cy="1857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Version 0807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353FEB3-5E45-19B4-3A3D-B8DC9C4A6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104114"/>
              </p:ext>
            </p:extLst>
          </p:nvPr>
        </p:nvGraphicFramePr>
        <p:xfrm>
          <a:off x="374649" y="2874891"/>
          <a:ext cx="11302997" cy="3713312"/>
        </p:xfrm>
        <a:graphic>
          <a:graphicData uri="http://schemas.openxmlformats.org/drawingml/2006/table">
            <a:tbl>
              <a:tblPr>
                <a:gradFill rotWithShape="1">
                  <a:gsLst>
                    <a:gs pos="0">
                      <a:srgbClr val="444444">
                        <a:tint val="50000"/>
                        <a:satMod val="300000"/>
                      </a:srgbClr>
                    </a:gs>
                    <a:gs pos="35000">
                      <a:srgbClr val="444444">
                        <a:tint val="37000"/>
                        <a:satMod val="300000"/>
                      </a:srgbClr>
                    </a:gs>
                    <a:gs pos="100000">
                      <a:srgbClr val="444444">
                        <a:tint val="15000"/>
                        <a:satMod val="350000"/>
                      </a:srgbClr>
                    </a:gs>
                  </a:gsLst>
                  <a:lin ang="16200000" scaled="1"/>
                </a:gradFill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:tblPr>
              <a:tblGrid>
                <a:gridCol w="1695292">
                  <a:extLst>
                    <a:ext uri="{9D8B030D-6E8A-4147-A177-3AD203B41FA5}">
                      <a16:colId xmlns:a16="http://schemas.microsoft.com/office/drawing/2014/main" val="2958739711"/>
                    </a:ext>
                  </a:extLst>
                </a:gridCol>
                <a:gridCol w="4694829">
                  <a:extLst>
                    <a:ext uri="{9D8B030D-6E8A-4147-A177-3AD203B41FA5}">
                      <a16:colId xmlns:a16="http://schemas.microsoft.com/office/drawing/2014/main" val="2047909774"/>
                    </a:ext>
                  </a:extLst>
                </a:gridCol>
                <a:gridCol w="4912876">
                  <a:extLst>
                    <a:ext uri="{9D8B030D-6E8A-4147-A177-3AD203B41FA5}">
                      <a16:colId xmlns:a16="http://schemas.microsoft.com/office/drawing/2014/main" val="3219032568"/>
                    </a:ext>
                  </a:extLst>
                </a:gridCol>
              </a:tblGrid>
              <a:tr h="310892">
                <a:tc>
                  <a:txBody>
                    <a:bodyPr/>
                    <a:lstStyle>
                      <a:lvl1pPr marL="0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1pPr>
                      <a:lvl2pPr marL="544207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2pPr>
                      <a:lvl3pPr marL="1088415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3pPr>
                      <a:lvl4pPr marL="1632621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4pPr>
                      <a:lvl5pPr marL="2176829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5pPr>
                      <a:lvl6pPr marL="2721036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6pPr>
                      <a:lvl7pPr marL="3265244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7pPr>
                      <a:lvl8pPr marL="3809450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8pPr>
                      <a:lvl9pPr marL="4353658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9pPr>
                    </a:lstStyle>
                    <a:p>
                      <a:pPr marL="0" algn="ctr" defTabSz="913527" rtl="0" eaLnBrk="1" latinLnBrk="0" hangingPunct="1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Category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Option #1 </a:t>
                      </a:r>
                      <a:r>
                        <a:rPr lang="zh-CN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： Additional CIVIC SOP SW needed to fix the bugs</a:t>
                      </a:r>
                      <a:r>
                        <a:rPr lang="en-US" altLang="zh-CN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400"/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buNone/>
                      </a:pPr>
                      <a:r>
                        <a:rPr 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Option #2: Bug fixing within CIVIC.FUP1 SW, meanwhile  disable MPA in IDC until CIVIC ready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C5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5462"/>
                  </a:ext>
                </a:extLst>
              </a:tr>
              <a:tr h="181841">
                <a:tc>
                  <a:txBody>
                    <a:bodyPr/>
                    <a:lstStyle>
                      <a:lvl1pPr marL="0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1pPr>
                      <a:lvl2pPr marL="544207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2pPr>
                      <a:lvl3pPr marL="1088415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3pPr>
                      <a:lvl4pPr marL="1632621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4pPr>
                      <a:lvl5pPr marL="2176829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5pPr>
                      <a:lvl6pPr marL="2721036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6pPr>
                      <a:lvl7pPr marL="3265244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7pPr>
                      <a:lvl8pPr marL="3809450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8pPr>
                      <a:lvl9pPr marL="4353658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9pPr>
                    </a:lstStyle>
                    <a:p>
                      <a:pPr marL="0" algn="ctr" defTabSz="913527" rtl="0" eaLnBrk="1" latinLnBrk="0" hangingPunct="1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 CIVIC SW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SOP: E93.0 in 2025-4.0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FUP1: E240.1 P#5 in 2026-1.0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561350"/>
                  </a:ext>
                </a:extLst>
              </a:tr>
              <a:tr h="310892">
                <a:tc>
                  <a:txBody>
                    <a:bodyPr/>
                    <a:lstStyle>
                      <a:lvl1pPr marL="0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1pPr>
                      <a:lvl2pPr marL="544207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2pPr>
                      <a:lvl3pPr marL="1088415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3pPr>
                      <a:lvl4pPr marL="1632621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4pPr>
                      <a:lvl5pPr marL="2176829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5pPr>
                      <a:lvl6pPr marL="2721036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6pPr>
                      <a:lvl7pPr marL="3265244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7pPr>
                      <a:lvl8pPr marL="3809450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8pPr>
                      <a:lvl9pPr marL="4353658" algn="l" defTabSz="1088415" rtl="0" eaLnBrk="1" latinLnBrk="0" hangingPunct="1">
                        <a:defRPr sz="2099" kern="1200">
                          <a:solidFill>
                            <a:schemeClr val="dk1"/>
                          </a:solidFill>
                          <a:latin typeface="CorpoS"/>
                        </a:defRPr>
                      </a:lvl9pPr>
                    </a:lstStyle>
                    <a:p>
                      <a:pPr marL="0" algn="ctr" defTabSz="913527" rtl="0" eaLnBrk="1" latinLnBrk="0" hangingPunct="1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Release Timing</a:t>
                      </a:r>
                    </a:p>
                    <a:p>
                      <a:pPr marL="0" algn="ctr" defTabSz="913527" rtl="0" eaLnBrk="1" latinLnBrk="0" hangingPunct="1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(MBOS Release)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527" rtl="0" eaLnBrk="1" latinLnBrk="0" hangingPunct="1"/>
                      <a:r>
                        <a:rPr lang="en-US" altLang="zh-CN" sz="1000" b="1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GFB: 2025-4.0 (1</a:t>
                      </a:r>
                      <a:r>
                        <a:rPr lang="en-US" altLang="zh-CN" sz="1000" b="1" kern="1200" baseline="300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st</a:t>
                      </a:r>
                      <a:r>
                        <a:rPr lang="en-US" altLang="zh-CN" sz="1000" b="1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Dec. 2025) with High Risk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527" rtl="0" eaLnBrk="1" latinLnBrk="0" hangingPunct="1"/>
                      <a:r>
                        <a:rPr lang="en-US" altLang="zh-CN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2026-1.0 (1</a:t>
                      </a:r>
                      <a:r>
                        <a:rPr lang="en-US" altLang="zh-CN" sz="1000" b="1" kern="1200" baseline="300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st</a:t>
                      </a:r>
                      <a:r>
                        <a:rPr lang="en-US" altLang="zh-CN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Mar. 2026)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058305"/>
                  </a:ext>
                </a:extLst>
              </a:tr>
              <a:tr h="310112">
                <a:tc>
                  <a:txBody>
                    <a:bodyPr/>
                    <a:lstStyle/>
                    <a:p>
                      <a:pPr marL="0" algn="ctr" defTabSz="913527" rtl="0" eaLnBrk="1" latinLnBrk="0" hangingPunct="1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Leading Carline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527" rtl="0" eaLnBrk="1" latinLnBrk="0" hangingPunct="1"/>
                      <a:r>
                        <a:rPr lang="en-US" altLang="zh-CN" sz="1000" b="1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V174 1</a:t>
                      </a:r>
                      <a:r>
                        <a:rPr lang="en-US" altLang="zh-CN" sz="1000" b="1" kern="1200" baseline="300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st</a:t>
                      </a:r>
                      <a:r>
                        <a:rPr lang="en-US" altLang="zh-CN" sz="1000" b="1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 OTA</a:t>
                      </a:r>
                      <a:endParaRPr lang="zh-CN" altLang="en-US" sz="1000" b="1" kern="1200">
                        <a:solidFill>
                          <a:srgbClr val="00B05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527" rtl="0" eaLnBrk="1" latinLnBrk="0" hangingPunct="1"/>
                      <a:r>
                        <a:rPr lang="en-US" altLang="zh-CN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V540 SOP(1</a:t>
                      </a:r>
                      <a:r>
                        <a:rPr lang="en-US" altLang="zh-CN" sz="1000" b="1" kern="1200" baseline="300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st</a:t>
                      </a:r>
                      <a:r>
                        <a:rPr lang="en-US" altLang="zh-CN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Apr. 2026); V174 26/1 (31</a:t>
                      </a:r>
                      <a:r>
                        <a:rPr lang="en-US" altLang="zh-CN" sz="1000" b="1" kern="1200" baseline="300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st</a:t>
                      </a:r>
                      <a:r>
                        <a:rPr lang="en-US" altLang="zh-CN" sz="100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May 2026);</a:t>
                      </a:r>
                      <a:endParaRPr lang="zh-CN" altLang="en-US" sz="100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860561"/>
                  </a:ext>
                </a:extLst>
              </a:tr>
              <a:tr h="1481659">
                <a:tc>
                  <a:txBody>
                    <a:bodyPr/>
                    <a:lstStyle/>
                    <a:p>
                      <a:pPr marL="0" algn="ctr" defTabSz="913527" rtl="0" eaLnBrk="1" latinLnBrk="0" hangingPunct="1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Current issue need to be solved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27965" lvl="0" indent="-228600" algn="l" defTabSz="913527" rtl="0" eaLnBrk="1" latinLnBrk="0" hangingPunct="1">
                        <a:buAutoNum type="arabicPeriod"/>
                      </a:pPr>
                      <a:r>
                        <a:rPr lang="en-US" sz="900" b="0">
                          <a:latin typeface="+mn-lt"/>
                          <a:hlinkClick r:id="rId80"/>
                        </a:rPr>
                        <a:t>MPA (MemoryParkAssist) in E091.0 prod does not show video stream DEF-16993340</a:t>
                      </a:r>
                      <a:endParaRPr lang="en-US" sz="900" b="0">
                        <a:latin typeface="+mn-lt"/>
                      </a:endParaRPr>
                    </a:p>
                    <a:p>
                      <a:pPr marL="228600" indent="-228600" algn="l" rtl="0" eaLnBrk="1" latinLnBrk="0" hangingPunct="1">
                        <a:buAutoNum type="arabicPeriod"/>
                      </a:pPr>
                      <a:r>
                        <a:rPr lang="en-US" sz="9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hlinkClick r:id="rId81"/>
                        </a:rPr>
                        <a:t>[IDC6][V174][R11.4P072.10][MPA][HMI][CHN][20250723]Between popup and view this is one green light line DEF-17554795</a:t>
                      </a:r>
                      <a:endParaRPr lang="en-US" altLang="zh-CN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rtl="0" eaLnBrk="1" latinLnBrk="0" hangingPunct="1">
                        <a:buAutoNum type="arabicPeriod"/>
                      </a:pPr>
                      <a:r>
                        <a:rPr lang="en-US" sz="9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hlinkClick r:id="rId82"/>
                        </a:rPr>
                        <a:t>[IDC6][V174][R11.4P072.12][MPA][HMI][CHN][NaviUI][20250807]The display learning distance does not match the actual learning distance DEF-17897989</a:t>
                      </a:r>
                      <a:endParaRPr lang="en-US" sz="900" b="0" i="0" u="none" strike="noStrike" kern="120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1">
                          <a:hlinkClick r:id="rId83"/>
                        </a:rPr>
                        <a:t>Issue will shown </a:t>
                      </a:r>
                      <a:r>
                        <a:rPr lang="en-US" sz="900" b="1"/>
                        <a:t>in SOP</a:t>
                      </a:r>
                      <a:r>
                        <a:rPr lang="en-US" sz="900" b="1">
                          <a:hlinkClick r:id="rId83"/>
                        </a:rPr>
                        <a:t>:</a:t>
                      </a:r>
                      <a:endParaRPr lang="en-US" sz="900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900" b="1">
                          <a:hlinkClick r:id="rId83"/>
                        </a:rPr>
                        <a:t> [</a:t>
                      </a:r>
                      <a:r>
                        <a:rPr lang="en-US" sz="900">
                          <a:hlinkClick r:id="rId83"/>
                        </a:rPr>
                        <a:t>QHub_E92.0] There is still "Memory Parking" in navigation favouritelocation when Memory Parking is descoped in CHN DEF-17569102</a:t>
                      </a:r>
                      <a:endParaRPr lang="en-US" sz="900"/>
                    </a:p>
                    <a:p>
                      <a:pPr marL="0" marR="0" lvl="0" indent="0" algn="l" defTabSz="913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>
                        <a:latin typeface="+mn-lt"/>
                      </a:endParaRPr>
                    </a:p>
                    <a:p>
                      <a:pPr marL="0" marR="0" lvl="0" indent="0" algn="l" defTabSz="913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>
                          <a:latin typeface="+mn-lt"/>
                        </a:rPr>
                        <a:t>Bugs have to be fixed in FUP1:</a:t>
                      </a:r>
                    </a:p>
                    <a:p>
                      <a:pPr marL="227965" lvl="0" indent="-228600" algn="l" defTabSz="913527" rtl="0" eaLnBrk="1" latinLnBrk="0" hangingPunct="1">
                        <a:buAutoNum type="arabicPeriod"/>
                      </a:pPr>
                      <a:r>
                        <a:rPr lang="en-US" sz="900" b="0">
                          <a:latin typeface="+mn-lt"/>
                          <a:hlinkClick r:id="rId80"/>
                        </a:rPr>
                        <a:t>MPA (MemoryParkAssist) in E091.0 prod does not show video stream DEF-16993340</a:t>
                      </a:r>
                      <a:endParaRPr lang="en-US" sz="900" b="0">
                        <a:latin typeface="+mn-lt"/>
                      </a:endParaRPr>
                    </a:p>
                    <a:p>
                      <a:pPr marL="228600" indent="-228600" algn="l" rtl="0" eaLnBrk="1" latinLnBrk="0" hangingPunct="1">
                        <a:buAutoNum type="arabicPeriod"/>
                      </a:pPr>
                      <a:r>
                        <a:rPr lang="en-US" sz="9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hlinkClick r:id="rId81"/>
                        </a:rPr>
                        <a:t>[IDC6][V174][R11.4P072.10][MPA][HMI][CHN][20250723]Between popup and view this is one green light line DEF-17554795</a:t>
                      </a:r>
                      <a:endParaRPr lang="en-US" altLang="zh-CN" sz="9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hlinkClick r:id="rId81"/>
                      </a:endParaRPr>
                    </a:p>
                    <a:p>
                      <a:pPr marL="228600" indent="-228600" algn="l" rtl="0" eaLnBrk="1" latinLnBrk="0" hangingPunct="1">
                        <a:buAutoNum type="arabicPeriod"/>
                      </a:pPr>
                      <a:r>
                        <a:rPr lang="en-US" sz="900" b="0" i="0" u="none" strike="noStrike" kern="1200" noProof="0">
                          <a:solidFill>
                            <a:schemeClr val="tx1"/>
                          </a:solidFill>
                          <a:latin typeface="+mn-lt"/>
                          <a:hlinkClick r:id="rId82"/>
                        </a:rPr>
                        <a:t>[IDC6][V174][R11.4P072.12][MPA][HMI][CHN][NaviUI][20250807]The display learning distance does not match the actual learning distance DEF-17897989</a:t>
                      </a:r>
                      <a:endParaRPr lang="en-US" sz="900" b="0" i="0" u="none" strike="noStrike" kern="120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l" defTabSz="913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>
                        <a:latin typeface="+mn-lt"/>
                      </a:endParaRP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843988"/>
                  </a:ext>
                </a:extLst>
              </a:tr>
              <a:tr h="423080">
                <a:tc>
                  <a:txBody>
                    <a:bodyPr/>
                    <a:lstStyle/>
                    <a:p>
                      <a:pPr marL="0" algn="ctr" defTabSz="913527" rtl="0" eaLnBrk="1" latinLnBrk="0" hangingPunct="1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 branch impact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05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Need additional SOP SW release in SOP branch after MI 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52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1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Enough time for SW branch stabilization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703957"/>
                  </a:ext>
                </a:extLst>
              </a:tr>
              <a:tr h="310892">
                <a:tc>
                  <a:txBody>
                    <a:bodyPr/>
                    <a:lstStyle/>
                    <a:p>
                      <a:pPr marL="0" algn="ctr" defTabSz="913527" rtl="0" eaLnBrk="1" latinLnBrk="0" hangingPunct="1"/>
                      <a:r>
                        <a:rPr 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RD/Q Release</a:t>
                      </a: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altLang="zh-CN" sz="1050" b="1" kern="120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Limited time for bug fix during testing if issues occurred.</a:t>
                      </a:r>
                      <a:endParaRPr lang="zh-CN" altLang="en-US" sz="1050" b="1" kern="120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527" rtl="0" eaLnBrk="1" latinLnBrk="0" hangingPunct="1"/>
                      <a:r>
                        <a:rPr lang="en-US" altLang="zh-CN" sz="1050" b="1" kern="120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Feature can be fully tested</a:t>
                      </a:r>
                    </a:p>
                    <a:p>
                      <a:pPr marL="0" algn="ctr" defTabSz="913527" rtl="0" eaLnBrk="1" latinLnBrk="0" hangingPunct="1"/>
                      <a:r>
                        <a:rPr lang="en-US" altLang="zh-CN" sz="105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Late feature release to customer</a:t>
                      </a:r>
                      <a:endParaRPr lang="zh-CN" altLang="en-US" sz="105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3479" marR="53479" marT="26740" marB="267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C8C8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54024"/>
                  </a:ext>
                </a:extLst>
              </a:tr>
            </a:tbl>
          </a:graphicData>
        </a:graphic>
      </p:graphicFrame>
      <p:sp>
        <p:nvSpPr>
          <p:cNvPr id="62" name="Rectangle 61">
            <a:extLst>
              <a:ext uri="{FF2B5EF4-FFF2-40B4-BE49-F238E27FC236}">
                <a16:creationId xmlns:a16="http://schemas.microsoft.com/office/drawing/2014/main" id="{6B6A16D3-DB59-EF04-B3EC-E9E03AB28E6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374650" y="2308225"/>
            <a:ext cx="11303000" cy="447675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33C4100B-215A-3812-11A3-E69480968ACB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74649" y="1565275"/>
            <a:ext cx="11303000" cy="328613"/>
          </a:xfrm>
          <a:prstGeom prst="rect">
            <a:avLst/>
          </a:prstGeom>
          <a:solidFill>
            <a:srgbClr val="C3CFE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18" name="Content">
            <a:extLst>
              <a:ext uri="{FF2B5EF4-FFF2-40B4-BE49-F238E27FC236}">
                <a16:creationId xmlns:a16="http://schemas.microsoft.com/office/drawing/2014/main" id="{E5429FAF-363F-6CB8-56C7-5AF0017B1043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1636713" y="911225"/>
            <a:ext cx="6076950" cy="219075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19050" rIns="0" bIns="19050" rtlCol="0" anchor="ctr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31C1989C-B862-4D8F-9CC8-5ABB30361B56}" type="datetime'''''20''''''''''''''''''''2''''5'''''''''''''''''''''''''''">
              <a:rPr kumimoji="0" lang="en-US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2025</a:t>
            </a:fld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20" name="Content">
            <a:extLst>
              <a:ext uri="{FF2B5EF4-FFF2-40B4-BE49-F238E27FC236}">
                <a16:creationId xmlns:a16="http://schemas.microsoft.com/office/drawing/2014/main" id="{2673789D-DB98-819D-42A1-181B63B15C21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7713663" y="911225"/>
            <a:ext cx="3963988" cy="219075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19050" rIns="0" bIns="19050" rtlCol="0" anchor="ctr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5B8B5885-7C5C-4209-9049-D1FF0F78F558}" type="datetime'''''20''''''''''26'''''''''''''''''''">
              <a:rPr kumimoji="0" lang="en-US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2026</a:t>
            </a:fld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09" name="Content">
            <a:extLst>
              <a:ext uri="{FF2B5EF4-FFF2-40B4-BE49-F238E27FC236}">
                <a16:creationId xmlns:a16="http://schemas.microsoft.com/office/drawing/2014/main" id="{F4CA5EC7-7B2F-8092-85A5-CB522DA92593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1636713" y="1130300"/>
            <a:ext cx="1023938" cy="219075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19050" rIns="0" bIns="19050" rtlCol="0" anchor="ctr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9DC625E8-762B-4D17-8129-3063400DF158}" type="datetime'J''''''''''''''''''''''''''''u''''''l''i'''''''''''">
              <a:rPr kumimoji="0" lang="de-DE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Juli</a:t>
            </a:fld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10" name="Content">
            <a:extLst>
              <a:ext uri="{FF2B5EF4-FFF2-40B4-BE49-F238E27FC236}">
                <a16:creationId xmlns:a16="http://schemas.microsoft.com/office/drawing/2014/main" id="{FBE4D23D-FAC8-1E0C-E486-CEB758664F4F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2660650" y="1130300"/>
            <a:ext cx="1023938" cy="219075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19050" rIns="0" bIns="19050" rtlCol="0" anchor="ctr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6ACDD852-A831-4202-9BD0-8C339583BD74}" type="datetime'''''''''''''''''''''''''''Aug''''.'''''">
              <a:rPr kumimoji="0" lang="de-DE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Aug.</a:t>
            </a:fld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11" name="Content">
            <a:extLst>
              <a:ext uri="{FF2B5EF4-FFF2-40B4-BE49-F238E27FC236}">
                <a16:creationId xmlns:a16="http://schemas.microsoft.com/office/drawing/2014/main" id="{909D9C4E-F7F7-7158-676E-B40397716E45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3684588" y="1130300"/>
            <a:ext cx="990600" cy="219075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19050" rIns="0" bIns="19050" rtlCol="0" anchor="ctr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F61E717C-38EB-4AF2-8F85-F4791A3F4833}" type="datetime'''S''''''''''''''''''e''''''''''''''p''t.'''''''''''''">
              <a:rPr kumimoji="0" lang="de-DE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Sept.</a:t>
            </a:fld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1856" name="Content">
            <a:extLst>
              <a:ext uri="{FF2B5EF4-FFF2-40B4-BE49-F238E27FC236}">
                <a16:creationId xmlns:a16="http://schemas.microsoft.com/office/drawing/2014/main" id="{FA9BF8E3-37BC-AD2C-9AFA-76AB84D25E79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4675188" y="1130300"/>
            <a:ext cx="1023938" cy="219075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19050" rIns="0" bIns="19050" rtlCol="0" anchor="ctr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E1161BE4-4AED-4888-B5E1-4B52A05FA8C4}" type="datetime'O''''''k''t.'''''''''''">
              <a:rPr kumimoji="0" lang="de-DE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Okt.</a:t>
            </a:fld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1857" name="Content">
            <a:extLst>
              <a:ext uri="{FF2B5EF4-FFF2-40B4-BE49-F238E27FC236}">
                <a16:creationId xmlns:a16="http://schemas.microsoft.com/office/drawing/2014/main" id="{C1DFACB4-F6CC-70D0-1A88-AD6C7EAC2660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5699125" y="1130300"/>
            <a:ext cx="990600" cy="219075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19050" rIns="0" bIns="19050" rtlCol="0" anchor="ctr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936B7935-AB58-4374-94B7-216E4BD1F45D}" type="datetime'''''''''''''''''''''''N''''''o''v.'''''''''''''''''''''''''''">
              <a:rPr kumimoji="0" lang="de-DE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Nov.</a:t>
            </a:fld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1858" name="Content">
            <a:extLst>
              <a:ext uri="{FF2B5EF4-FFF2-40B4-BE49-F238E27FC236}">
                <a16:creationId xmlns:a16="http://schemas.microsoft.com/office/drawing/2014/main" id="{BEA59D5B-D0CE-9DD3-B39D-9883AE642017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6689725" y="1130300"/>
            <a:ext cx="1023938" cy="219075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19050" rIns="0" bIns="19050" rtlCol="0" anchor="ctr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9B87901C-5573-4EC6-AEA1-3D615984A335}" type="datetime'''''''''''''''''''''''''''''''Dez''''''''''''''''''''''''''.'">
              <a:rPr kumimoji="0" lang="de-DE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Dez.</a:t>
            </a:fld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1860" name="Content">
            <a:extLst>
              <a:ext uri="{FF2B5EF4-FFF2-40B4-BE49-F238E27FC236}">
                <a16:creationId xmlns:a16="http://schemas.microsoft.com/office/drawing/2014/main" id="{B490315F-1F21-ABAF-1D96-9918A98FCF86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7713663" y="1130300"/>
            <a:ext cx="1023938" cy="219075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19050" rIns="0" bIns="19050" rtlCol="0" anchor="ctr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26FAB189-30B3-4B15-A271-B244F0F2EEE8}" type="datetime'''''''''''''''''''''J''a''''n.'''">
              <a:rPr kumimoji="0" lang="de-DE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Jan.</a:t>
            </a:fld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1862" name="Content">
            <a:extLst>
              <a:ext uri="{FF2B5EF4-FFF2-40B4-BE49-F238E27FC236}">
                <a16:creationId xmlns:a16="http://schemas.microsoft.com/office/drawing/2014/main" id="{910FF635-0046-0041-3E8C-31A131229B3D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8737600" y="1130300"/>
            <a:ext cx="925513" cy="219075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19050" rIns="0" bIns="19050" rtlCol="0" anchor="ctr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6B576EF5-B372-416D-A240-0FB1EDDB2B3D}" type="datetime'''''''''F''e''''''b''''''''''''''''''r''''''''''''''''''.'''">
              <a:rPr kumimoji="0" lang="de-DE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Febr.</a:t>
            </a:fld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1863" name="Content">
            <a:extLst>
              <a:ext uri="{FF2B5EF4-FFF2-40B4-BE49-F238E27FC236}">
                <a16:creationId xmlns:a16="http://schemas.microsoft.com/office/drawing/2014/main" id="{9B6B111B-F4B1-ACE2-579C-B5CBFE921E05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9663113" y="1130300"/>
            <a:ext cx="1023938" cy="219075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19050" rIns="0" bIns="19050" rtlCol="0" anchor="ctr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A002750C-0B6B-42E6-9651-7241C6E4DB04}" type="datetime'''M''''''''''''ä''''''''''''''''r''''z'''''''''''''''''''''">
              <a:rPr kumimoji="0" lang="de-DE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März</a:t>
            </a:fld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1864" name="Content">
            <a:extLst>
              <a:ext uri="{FF2B5EF4-FFF2-40B4-BE49-F238E27FC236}">
                <a16:creationId xmlns:a16="http://schemas.microsoft.com/office/drawing/2014/main" id="{7898696E-458D-E124-AE11-E325AD0AFA00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10687050" y="1130300"/>
            <a:ext cx="990600" cy="219075"/>
          </a:xfrm>
          <a:prstGeom prst="rect">
            <a:avLst/>
          </a:prstGeom>
          <a:noFill/>
          <a:ln w="9525" cmpd="sng" algn="ctr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19050" rIns="0" bIns="19050" rtlCol="0" anchor="ctr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A4275DD1-A002-433B-9D85-44E3DA2C2E03}" type="datetime'A''''''p''''''''''''''''r''''''''''.'''''''''''''''''''''">
              <a:rPr kumimoji="0" lang="de-DE" alt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Apr.</a:t>
            </a:fld>
            <a:endParaRPr kumimoji="0" lang="de-DE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cxnSp>
        <p:nvCxnSpPr>
          <p:cNvPr id="1894" name="Straight Connector 1893">
            <a:extLst>
              <a:ext uri="{FF2B5EF4-FFF2-40B4-BE49-F238E27FC236}">
                <a16:creationId xmlns:a16="http://schemas.microsoft.com/office/drawing/2014/main" id="{A3DD832B-77B0-F0F9-E4F7-371967D2CCCC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4675188" y="1349375"/>
            <a:ext cx="0" cy="14065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5" name="Straight Connector 1894">
            <a:extLst>
              <a:ext uri="{FF2B5EF4-FFF2-40B4-BE49-F238E27FC236}">
                <a16:creationId xmlns:a16="http://schemas.microsoft.com/office/drawing/2014/main" id="{D638E1D2-1738-2313-D724-AF0DCBBE0AC5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5699125" y="1349375"/>
            <a:ext cx="0" cy="14065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7" name="Straight Connector 1866">
            <a:extLst>
              <a:ext uri="{FF2B5EF4-FFF2-40B4-BE49-F238E27FC236}">
                <a16:creationId xmlns:a16="http://schemas.microsoft.com/office/drawing/2014/main" id="{22B452ED-57E5-C25A-A94D-43A8A9303525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6689725" y="1349375"/>
            <a:ext cx="0" cy="14065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7" name="Straight Connector 1886">
            <a:extLst>
              <a:ext uri="{FF2B5EF4-FFF2-40B4-BE49-F238E27FC236}">
                <a16:creationId xmlns:a16="http://schemas.microsoft.com/office/drawing/2014/main" id="{4021AB44-A837-E587-EC70-E3E6CC12A7BA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8737600" y="1349375"/>
            <a:ext cx="0" cy="14065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9" name="Straight Connector 1868">
            <a:extLst>
              <a:ext uri="{FF2B5EF4-FFF2-40B4-BE49-F238E27FC236}">
                <a16:creationId xmlns:a16="http://schemas.microsoft.com/office/drawing/2014/main" id="{7BF08F05-88D8-7F32-D390-8B3424BB3C7D}"/>
              </a:ext>
            </a:extLst>
          </p:cNvPr>
          <p:cNvCxnSpPr/>
          <p:nvPr>
            <p:custDataLst>
              <p:tags r:id="rId20"/>
            </p:custDataLst>
          </p:nvPr>
        </p:nvCxnSpPr>
        <p:spPr bwMode="auto">
          <a:xfrm>
            <a:off x="9663113" y="1349375"/>
            <a:ext cx="0" cy="14065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0" name="Straight Connector 1869">
            <a:extLst>
              <a:ext uri="{FF2B5EF4-FFF2-40B4-BE49-F238E27FC236}">
                <a16:creationId xmlns:a16="http://schemas.microsoft.com/office/drawing/2014/main" id="{5D39F965-935C-EC4C-9308-3CB56F0F4C43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10687050" y="1349375"/>
            <a:ext cx="0" cy="14065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2" name="Straight Connector 1871">
            <a:extLst>
              <a:ext uri="{FF2B5EF4-FFF2-40B4-BE49-F238E27FC236}">
                <a16:creationId xmlns:a16="http://schemas.microsoft.com/office/drawing/2014/main" id="{3CFE4239-4331-5F3D-BCB6-0D6401957EC3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1636713" y="1349375"/>
            <a:ext cx="0" cy="140652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4" name="Straight Connector 1883">
            <a:extLst>
              <a:ext uri="{FF2B5EF4-FFF2-40B4-BE49-F238E27FC236}">
                <a16:creationId xmlns:a16="http://schemas.microsoft.com/office/drawing/2014/main" id="{F28C6C18-7AFD-9DC3-1A2A-5F56E854561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11677650" y="1349375"/>
            <a:ext cx="0" cy="140652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6" name="Straight Connector 1885">
            <a:extLst>
              <a:ext uri="{FF2B5EF4-FFF2-40B4-BE49-F238E27FC236}">
                <a16:creationId xmlns:a16="http://schemas.microsoft.com/office/drawing/2014/main" id="{59DD8A4D-A1EF-BC65-4A9D-26002A56EBE2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374650" y="1349375"/>
            <a:ext cx="0" cy="140652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8" name="Straight Connector 1867">
            <a:extLst>
              <a:ext uri="{FF2B5EF4-FFF2-40B4-BE49-F238E27FC236}">
                <a16:creationId xmlns:a16="http://schemas.microsoft.com/office/drawing/2014/main" id="{D15CC155-E82C-EAD2-D21F-F5845D6D0091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7713663" y="1349375"/>
            <a:ext cx="0" cy="14065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9" name="Straight Connector 1888">
            <a:extLst>
              <a:ext uri="{FF2B5EF4-FFF2-40B4-BE49-F238E27FC236}">
                <a16:creationId xmlns:a16="http://schemas.microsoft.com/office/drawing/2014/main" id="{DE9C9C37-F311-FF30-9D85-889183E5A089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>
            <a:off x="2660650" y="1349375"/>
            <a:ext cx="0" cy="14065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2" name="Straight Connector 1891">
            <a:extLst>
              <a:ext uri="{FF2B5EF4-FFF2-40B4-BE49-F238E27FC236}">
                <a16:creationId xmlns:a16="http://schemas.microsoft.com/office/drawing/2014/main" id="{C631D24D-BC9B-BE50-453E-A200A03DA570}"/>
              </a:ext>
            </a:extLst>
          </p:cNvPr>
          <p:cNvCxnSpPr/>
          <p:nvPr>
            <p:custDataLst>
              <p:tags r:id="rId27"/>
            </p:custDataLst>
          </p:nvPr>
        </p:nvCxnSpPr>
        <p:spPr bwMode="auto">
          <a:xfrm>
            <a:off x="3684588" y="1349375"/>
            <a:ext cx="0" cy="14065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6" name="Straight Connector 1895">
            <a:extLst>
              <a:ext uri="{FF2B5EF4-FFF2-40B4-BE49-F238E27FC236}">
                <a16:creationId xmlns:a16="http://schemas.microsoft.com/office/drawing/2014/main" id="{4D054865-2ED0-884D-D18B-0D5A1DF54E58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374649" y="1893888"/>
            <a:ext cx="11303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67F3F2BE-704A-3373-8C5C-B2A56258C543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>
            <a:off x="374649" y="2755900"/>
            <a:ext cx="113030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26566E92-8B64-7852-F976-691D3351A191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>
            <a:off x="2792413" y="1349375"/>
            <a:ext cx="0" cy="157003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67AFC577-9383-C054-7968-78689946ED44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>
            <a:off x="374649" y="1349375"/>
            <a:ext cx="113030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5" name="Arrow: Right 514">
            <a:extLst>
              <a:ext uri="{FF2B5EF4-FFF2-40B4-BE49-F238E27FC236}">
                <a16:creationId xmlns:a16="http://schemas.microsoft.com/office/drawing/2014/main" id="{EE58DBD3-9B79-3714-1FEA-832479E0586F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11215688" y="1330325"/>
            <a:ext cx="577850" cy="196850"/>
          </a:xfrm>
          <a:prstGeom prst="rightArrow">
            <a:avLst>
              <a:gd name="adj1" fmla="val 50000"/>
              <a:gd name="adj2" fmla="val 40660"/>
            </a:avLst>
          </a:prstGeom>
          <a:solidFill>
            <a:srgbClr val="FFC4C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DF621D35-FC49-AECD-C369-26F8C3315D3E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8208963" y="1379538"/>
            <a:ext cx="2906713" cy="98425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B59E541F-A0F2-3E81-806C-C37C28AB9F34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5072063" y="1379538"/>
            <a:ext cx="3071813" cy="98425"/>
          </a:xfrm>
          <a:prstGeom prst="rect">
            <a:avLst/>
          </a:prstGeom>
          <a:solidFill>
            <a:srgbClr val="EEC03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4610AA8-440A-C264-D12F-1F3A63AFEDC2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2297114" y="1379538"/>
            <a:ext cx="2708275" cy="98425"/>
          </a:xfrm>
          <a:prstGeom prst="rect">
            <a:avLst/>
          </a:prstGeom>
          <a:solidFill>
            <a:srgbClr val="1FC548"/>
          </a:solidFill>
          <a:ln w="190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19" name="Arrow: Left 518">
            <a:extLst>
              <a:ext uri="{FF2B5EF4-FFF2-40B4-BE49-F238E27FC236}">
                <a16:creationId xmlns:a16="http://schemas.microsoft.com/office/drawing/2014/main" id="{3F28E766-04A2-67D4-4452-39362DDB2A90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1520825" y="1330325"/>
            <a:ext cx="711200" cy="196850"/>
          </a:xfrm>
          <a:prstGeom prst="leftArrow">
            <a:avLst>
              <a:gd name="adj1" fmla="val 50000"/>
              <a:gd name="adj2" fmla="val 40660"/>
            </a:avLst>
          </a:prstGeom>
          <a:solidFill>
            <a:srgbClr val="FFC4C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22" name="Isosceles Triangle 521">
            <a:extLst>
              <a:ext uri="{FF2B5EF4-FFF2-40B4-BE49-F238E27FC236}">
                <a16:creationId xmlns:a16="http://schemas.microsoft.com/office/drawing/2014/main" id="{9B0284C5-2083-F290-CBD3-4E37E644FDEC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11091863" y="1641475"/>
            <a:ext cx="114300" cy="114300"/>
          </a:xfrm>
          <a:prstGeom prst="triangle">
            <a:avLst/>
          </a:prstGeom>
          <a:solidFill>
            <a:schemeClr val="tx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23" name="Isosceles Triangle 522">
            <a:extLst>
              <a:ext uri="{FF2B5EF4-FFF2-40B4-BE49-F238E27FC236}">
                <a16:creationId xmlns:a16="http://schemas.microsoft.com/office/drawing/2014/main" id="{9F3C57F8-89BC-2BAD-1244-0CE3D8871D65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9605963" y="1641475"/>
            <a:ext cx="114300" cy="114300"/>
          </a:xfrm>
          <a:prstGeom prst="triangle">
            <a:avLst/>
          </a:prstGeom>
          <a:solidFill>
            <a:srgbClr val="FF0000"/>
          </a:solidFill>
          <a:ln w="9525" cmpd="sng" algn="ctr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25" name="Isosceles Triangle 524">
            <a:extLst>
              <a:ext uri="{FF2B5EF4-FFF2-40B4-BE49-F238E27FC236}">
                <a16:creationId xmlns:a16="http://schemas.microsoft.com/office/drawing/2014/main" id="{ECFF9B0B-1640-2A0D-3D17-6363F4F7E818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8120063" y="1641475"/>
            <a:ext cx="114300" cy="114300"/>
          </a:xfrm>
          <a:prstGeom prst="triangle">
            <a:avLst/>
          </a:prstGeom>
          <a:solidFill>
            <a:schemeClr val="tx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28" name="Isosceles Triangle 527">
            <a:extLst>
              <a:ext uri="{FF2B5EF4-FFF2-40B4-BE49-F238E27FC236}">
                <a16:creationId xmlns:a16="http://schemas.microsoft.com/office/drawing/2014/main" id="{4DFCE9D3-C02B-E954-7C33-8E00DAC84BFD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6632575" y="1641475"/>
            <a:ext cx="114300" cy="114300"/>
          </a:xfrm>
          <a:prstGeom prst="triangle">
            <a:avLst/>
          </a:prstGeom>
          <a:solidFill>
            <a:schemeClr val="tx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29" name="Diamond 528">
            <a:extLst>
              <a:ext uri="{FF2B5EF4-FFF2-40B4-BE49-F238E27FC236}">
                <a16:creationId xmlns:a16="http://schemas.microsoft.com/office/drawing/2014/main" id="{F7E92DFC-C297-C020-112D-9252D8D0032E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5476875" y="1641475"/>
            <a:ext cx="114300" cy="114300"/>
          </a:xfrm>
          <a:prstGeom prst="diamond">
            <a:avLst/>
          </a:prstGeom>
          <a:solidFill>
            <a:srgbClr val="FFC000"/>
          </a:solidFill>
          <a:ln w="9525" cmpd="sng" algn="ctr">
            <a:solidFill>
              <a:srgbClr val="FFC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1FF59914-E896-DEE7-3503-269024C043AD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7854950" y="2322513"/>
            <a:ext cx="114300" cy="114300"/>
          </a:xfrm>
          <a:prstGeom prst="diamond">
            <a:avLst/>
          </a:prstGeom>
          <a:solidFill>
            <a:srgbClr val="969696"/>
          </a:solidFill>
          <a:ln w="9525" cmpd="sng" algn="ctr">
            <a:solidFill>
              <a:srgbClr val="96969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8DEF057-9A7F-3404-0795-57A09A8FD3AC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3890963" y="2027238"/>
            <a:ext cx="114300" cy="114300"/>
          </a:xfrm>
          <a:prstGeom prst="ellipse">
            <a:avLst/>
          </a:prstGeom>
          <a:solidFill>
            <a:srgbClr val="FFFFFF"/>
          </a:solidFill>
          <a:ln w="9525" cmpd="sng" algn="ctr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33" name="Isosceles Triangle 532">
            <a:extLst>
              <a:ext uri="{FF2B5EF4-FFF2-40B4-BE49-F238E27FC236}">
                <a16:creationId xmlns:a16="http://schemas.microsoft.com/office/drawing/2014/main" id="{223BED89-3956-A17B-7548-F602D6D72AD6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2735263" y="2862263"/>
            <a:ext cx="114300" cy="114300"/>
          </a:xfrm>
          <a:prstGeom prst="triangle">
            <a:avLst/>
          </a:prstGeom>
          <a:solidFill>
            <a:schemeClr val="tx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B7310BF2-9485-638A-AB6B-C500FBCC12C7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4452938" y="2322513"/>
            <a:ext cx="114300" cy="114300"/>
          </a:xfrm>
          <a:prstGeom prst="diamond">
            <a:avLst/>
          </a:prstGeom>
          <a:solidFill>
            <a:srgbClr val="969696"/>
          </a:solidFill>
          <a:ln w="9525" cmpd="sng" algn="ctr">
            <a:solidFill>
              <a:srgbClr val="96969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34" name="Oval 533">
            <a:extLst>
              <a:ext uri="{FF2B5EF4-FFF2-40B4-BE49-F238E27FC236}">
                <a16:creationId xmlns:a16="http://schemas.microsoft.com/office/drawing/2014/main" id="{85676589-1805-0DAC-6BC3-CFCFAF7A76A5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2471738" y="2027238"/>
            <a:ext cx="114300" cy="114300"/>
          </a:xfrm>
          <a:prstGeom prst="ellipse">
            <a:avLst/>
          </a:prstGeom>
          <a:solidFill>
            <a:schemeClr val="accent6"/>
          </a:solidFill>
          <a:ln w="9525" cmpd="sng" algn="ctr">
            <a:solidFill>
              <a:schemeClr val="accent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35" name="Isosceles Triangle 534">
            <a:extLst>
              <a:ext uri="{FF2B5EF4-FFF2-40B4-BE49-F238E27FC236}">
                <a16:creationId xmlns:a16="http://schemas.microsoft.com/office/drawing/2014/main" id="{2E85C8BC-58E6-3C20-9F76-A2183BFB6E23}"/>
              </a:ext>
            </a:extLst>
          </p:cNvPr>
          <p:cNvSpPr/>
          <p:nvPr>
            <p:custDataLst>
              <p:tags r:id="rId47"/>
            </p:custDataLst>
          </p:nvPr>
        </p:nvSpPr>
        <p:spPr bwMode="gray">
          <a:xfrm>
            <a:off x="4089400" y="1641475"/>
            <a:ext cx="114300" cy="114300"/>
          </a:xfrm>
          <a:prstGeom prst="triangle">
            <a:avLst/>
          </a:prstGeom>
          <a:solidFill>
            <a:schemeClr val="tx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30" name="Oval 529">
            <a:extLst>
              <a:ext uri="{FF2B5EF4-FFF2-40B4-BE49-F238E27FC236}">
                <a16:creationId xmlns:a16="http://schemas.microsoft.com/office/drawing/2014/main" id="{ED9AA078-21D7-2E32-68EC-9BF221BE4638}"/>
              </a:ext>
            </a:extLst>
          </p:cNvPr>
          <p:cNvSpPr/>
          <p:nvPr>
            <p:custDataLst>
              <p:tags r:id="rId48"/>
            </p:custDataLst>
          </p:nvPr>
        </p:nvSpPr>
        <p:spPr bwMode="gray">
          <a:xfrm>
            <a:off x="6005513" y="2174875"/>
            <a:ext cx="114300" cy="114300"/>
          </a:xfrm>
          <a:prstGeom prst="ellipse">
            <a:avLst/>
          </a:prstGeom>
          <a:solidFill>
            <a:srgbClr val="1FC548"/>
          </a:solidFill>
          <a:ln w="9525" cmpd="sng" algn="ctr">
            <a:solidFill>
              <a:srgbClr val="1FC54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 useBgFill="1">
        <p:nvSpPr>
          <p:cNvPr id="536" name="Content">
            <a:extLst>
              <a:ext uri="{FF2B5EF4-FFF2-40B4-BE49-F238E27FC236}">
                <a16:creationId xmlns:a16="http://schemas.microsoft.com/office/drawing/2014/main" id="{3F224809-0E32-CB4A-CE49-6A76007A2E17}"/>
              </a:ext>
            </a:extLst>
          </p:cNvPr>
          <p:cNvSpPr>
            <a:spLocks noGrp="1"/>
          </p:cNvSpPr>
          <p:nvPr>
            <p:custDataLst>
              <p:tags r:id="rId49"/>
            </p:custDataLst>
          </p:nvPr>
        </p:nvSpPr>
        <p:spPr bwMode="auto">
          <a:xfrm>
            <a:off x="1654175" y="1495425"/>
            <a:ext cx="566738" cy="131763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2025-02 R14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37" name="Content">
            <a:extLst>
              <a:ext uri="{FF2B5EF4-FFF2-40B4-BE49-F238E27FC236}">
                <a16:creationId xmlns:a16="http://schemas.microsoft.com/office/drawing/2014/main" id="{5ADFE5DF-19D4-91B1-F164-3E72DE685416}"/>
              </a:ext>
            </a:extLst>
          </p:cNvPr>
          <p:cNvSpPr>
            <a:spLocks noGrp="1"/>
          </p:cNvSpPr>
          <p:nvPr>
            <p:custDataLst>
              <p:tags r:id="rId50"/>
            </p:custDataLst>
          </p:nvPr>
        </p:nvSpPr>
        <p:spPr bwMode="auto">
          <a:xfrm>
            <a:off x="3368675" y="1363663"/>
            <a:ext cx="566738" cy="131763"/>
          </a:xfrm>
          <a:prstGeom prst="rect">
            <a:avLst/>
          </a:prstGeom>
          <a:solidFill>
            <a:srgbClr val="1FC548"/>
          </a:solidFill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2025-03 R15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57" name="Content">
            <a:extLst>
              <a:ext uri="{FF2B5EF4-FFF2-40B4-BE49-F238E27FC236}">
                <a16:creationId xmlns:a16="http://schemas.microsoft.com/office/drawing/2014/main" id="{6F2C181F-23E3-3740-9835-63845F48FFB2}"/>
              </a:ext>
            </a:extLst>
          </p:cNvPr>
          <p:cNvSpPr>
            <a:spLocks noGrp="1"/>
          </p:cNvSpPr>
          <p:nvPr>
            <p:custDataLst>
              <p:tags r:id="rId51"/>
            </p:custDataLst>
          </p:nvPr>
        </p:nvSpPr>
        <p:spPr bwMode="auto">
          <a:xfrm>
            <a:off x="6324600" y="1363663"/>
            <a:ext cx="566738" cy="131763"/>
          </a:xfrm>
          <a:prstGeom prst="rect">
            <a:avLst/>
          </a:prstGeom>
          <a:solidFill>
            <a:srgbClr val="EEC033"/>
          </a:solidFill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2025-04 R16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45" name="Content">
            <a:extLst>
              <a:ext uri="{FF2B5EF4-FFF2-40B4-BE49-F238E27FC236}">
                <a16:creationId xmlns:a16="http://schemas.microsoft.com/office/drawing/2014/main" id="{25442063-2538-91A2-F678-6BC278084A95}"/>
              </a:ext>
            </a:extLst>
          </p:cNvPr>
          <p:cNvSpPr>
            <a:spLocks noGrp="1"/>
          </p:cNvSpPr>
          <p:nvPr>
            <p:custDataLst>
              <p:tags r:id="rId52"/>
            </p:custDataLst>
          </p:nvPr>
        </p:nvSpPr>
        <p:spPr bwMode="auto">
          <a:xfrm>
            <a:off x="8007350" y="1778000"/>
            <a:ext cx="339725" cy="231775"/>
          </a:xfrm>
          <a:prstGeom prst="rect">
            <a:avLst/>
          </a:prstGeom>
          <a:solidFill>
            <a:srgbClr val="C3CFE1"/>
          </a:solidFill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2026-0.1</a:t>
            </a:r>
          </a:p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15/1</a:t>
            </a:r>
          </a:p>
        </p:txBody>
      </p:sp>
      <p:sp>
        <p:nvSpPr>
          <p:cNvPr id="550" name="Content">
            <a:extLst>
              <a:ext uri="{FF2B5EF4-FFF2-40B4-BE49-F238E27FC236}">
                <a16:creationId xmlns:a16="http://schemas.microsoft.com/office/drawing/2014/main" id="{769C155B-522F-672C-837B-D69632C9D29E}"/>
              </a:ext>
            </a:extLst>
          </p:cNvPr>
          <p:cNvSpPr>
            <a:spLocks noGrp="1"/>
          </p:cNvSpPr>
          <p:nvPr>
            <p:custDataLst>
              <p:tags r:id="rId53"/>
            </p:custDataLst>
          </p:nvPr>
        </p:nvSpPr>
        <p:spPr bwMode="auto">
          <a:xfrm>
            <a:off x="6519863" y="1778000"/>
            <a:ext cx="339725" cy="231775"/>
          </a:xfrm>
          <a:prstGeom prst="rect">
            <a:avLst/>
          </a:prstGeom>
          <a:solidFill>
            <a:srgbClr val="C3CFE1"/>
          </a:solidFill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2025-4.0</a:t>
            </a:r>
          </a:p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01/12</a:t>
            </a:r>
          </a:p>
        </p:txBody>
      </p:sp>
      <p:sp>
        <p:nvSpPr>
          <p:cNvPr id="13" name="Content">
            <a:extLst>
              <a:ext uri="{FF2B5EF4-FFF2-40B4-BE49-F238E27FC236}">
                <a16:creationId xmlns:a16="http://schemas.microsoft.com/office/drawing/2014/main" id="{5E1615D7-8F6E-88DF-0B9D-F5CAD05A3AD1}"/>
              </a:ext>
            </a:extLst>
          </p:cNvPr>
          <p:cNvSpPr>
            <a:spLocks noGrp="1"/>
          </p:cNvSpPr>
          <p:nvPr>
            <p:custDataLst>
              <p:tags r:id="rId54"/>
            </p:custDataLst>
          </p:nvPr>
        </p:nvSpPr>
        <p:spPr bwMode="auto">
          <a:xfrm>
            <a:off x="446088" y="2160588"/>
            <a:ext cx="1003300" cy="14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900" b="1" i="0" u="none" strike="noStrike" kern="1200" cap="none" spc="0" normalizeH="0" baseline="0" noProof="0">
                <a:ln>
                  <a:noFill/>
                </a:ln>
                <a:solidFill>
                  <a:srgbClr val="1FC548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CIVIC SW </a:t>
            </a: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rgbClr val="1FC548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FUP1</a:t>
            </a:r>
            <a:r>
              <a:rPr kumimoji="0" lang="de-DE" altLang="en-US" sz="900" b="1" i="0" u="none" strike="noStrike" kern="1200" cap="none" spc="0" normalizeH="0" baseline="0" noProof="0">
                <a:ln>
                  <a:noFill/>
                </a:ln>
                <a:solidFill>
                  <a:srgbClr val="1FC548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. </a:t>
            </a: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rgbClr val="1FC548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P#5</a:t>
            </a:r>
            <a:endParaRPr kumimoji="0" lang="de-DE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44" name="Content">
            <a:extLst>
              <a:ext uri="{FF2B5EF4-FFF2-40B4-BE49-F238E27FC236}">
                <a16:creationId xmlns:a16="http://schemas.microsoft.com/office/drawing/2014/main" id="{074B0DC0-F82E-BB91-EC64-9A7159890409}"/>
              </a:ext>
            </a:extLst>
          </p:cNvPr>
          <p:cNvSpPr>
            <a:spLocks noGrp="1"/>
          </p:cNvSpPr>
          <p:nvPr>
            <p:custDataLst>
              <p:tags r:id="rId55"/>
            </p:custDataLst>
          </p:nvPr>
        </p:nvSpPr>
        <p:spPr bwMode="auto">
          <a:xfrm>
            <a:off x="446088" y="2308225"/>
            <a:ext cx="376238" cy="44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endParaRPr kumimoji="0" lang="de-DE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  <a:p>
            <a:pPr marL="0" marR="0" lvl="0" indent="0" algn="l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IDC SW</a:t>
            </a:r>
          </a:p>
          <a:p>
            <a:pPr marL="0" marR="0" lvl="0" indent="0" algn="l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 </a:t>
            </a:r>
          </a:p>
        </p:txBody>
      </p:sp>
      <p:sp>
        <p:nvSpPr>
          <p:cNvPr id="552" name="Content">
            <a:extLst>
              <a:ext uri="{FF2B5EF4-FFF2-40B4-BE49-F238E27FC236}">
                <a16:creationId xmlns:a16="http://schemas.microsoft.com/office/drawing/2014/main" id="{D680658B-E1AD-23A9-EC4C-ABD9CE3FD760}"/>
              </a:ext>
            </a:extLst>
          </p:cNvPr>
          <p:cNvSpPr>
            <a:spLocks noGrp="1"/>
          </p:cNvSpPr>
          <p:nvPr>
            <p:custDataLst>
              <p:tags r:id="rId56"/>
            </p:custDataLst>
          </p:nvPr>
        </p:nvSpPr>
        <p:spPr bwMode="auto">
          <a:xfrm>
            <a:off x="10979150" y="1778000"/>
            <a:ext cx="339725" cy="231775"/>
          </a:xfrm>
          <a:prstGeom prst="rect">
            <a:avLst/>
          </a:prstGeom>
          <a:solidFill>
            <a:srgbClr val="C3CFE1"/>
          </a:solidFill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2026-1.1</a:t>
            </a:r>
          </a:p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15/4</a:t>
            </a:r>
          </a:p>
        </p:txBody>
      </p:sp>
      <p:sp>
        <p:nvSpPr>
          <p:cNvPr id="554" name="Content">
            <a:extLst>
              <a:ext uri="{FF2B5EF4-FFF2-40B4-BE49-F238E27FC236}">
                <a16:creationId xmlns:a16="http://schemas.microsoft.com/office/drawing/2014/main" id="{D1B0E07A-069B-01A3-14EB-8CB0357DB6E2}"/>
              </a:ext>
            </a:extLst>
          </p:cNvPr>
          <p:cNvSpPr>
            <a:spLocks noGrp="1"/>
          </p:cNvSpPr>
          <p:nvPr>
            <p:custDataLst>
              <p:tags r:id="rId57"/>
            </p:custDataLst>
          </p:nvPr>
        </p:nvSpPr>
        <p:spPr bwMode="auto">
          <a:xfrm>
            <a:off x="5437188" y="1778000"/>
            <a:ext cx="193675" cy="231775"/>
          </a:xfrm>
          <a:prstGeom prst="rect">
            <a:avLst/>
          </a:prstGeom>
          <a:solidFill>
            <a:srgbClr val="C3CFE1"/>
          </a:solidFill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V174</a:t>
            </a:r>
          </a:p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MI</a:t>
            </a:r>
          </a:p>
        </p:txBody>
      </p:sp>
      <p:sp>
        <p:nvSpPr>
          <p:cNvPr id="547" name="Content">
            <a:extLst>
              <a:ext uri="{FF2B5EF4-FFF2-40B4-BE49-F238E27FC236}">
                <a16:creationId xmlns:a16="http://schemas.microsoft.com/office/drawing/2014/main" id="{3F618305-912C-186A-13A2-68A10EA26FCA}"/>
              </a:ext>
            </a:extLst>
          </p:cNvPr>
          <p:cNvSpPr>
            <a:spLocks noGrp="1"/>
          </p:cNvSpPr>
          <p:nvPr>
            <p:custDataLst>
              <p:tags r:id="rId58"/>
            </p:custDataLst>
          </p:nvPr>
        </p:nvSpPr>
        <p:spPr bwMode="auto">
          <a:xfrm>
            <a:off x="446088" y="1627188"/>
            <a:ext cx="788988" cy="14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MB.OS Releases</a:t>
            </a:r>
          </a:p>
        </p:txBody>
      </p:sp>
      <p:sp useBgFill="1">
        <p:nvSpPr>
          <p:cNvPr id="548" name="Content">
            <a:extLst>
              <a:ext uri="{FF2B5EF4-FFF2-40B4-BE49-F238E27FC236}">
                <a16:creationId xmlns:a16="http://schemas.microsoft.com/office/drawing/2014/main" id="{6D2DFC2A-81F5-8B19-6B04-8FAAFA7D7595}"/>
              </a:ext>
            </a:extLst>
          </p:cNvPr>
          <p:cNvSpPr>
            <a:spLocks noGrp="1"/>
          </p:cNvSpPr>
          <p:nvPr>
            <p:custDataLst>
              <p:tags r:id="rId59"/>
            </p:custDataLst>
          </p:nvPr>
        </p:nvSpPr>
        <p:spPr bwMode="auto">
          <a:xfrm>
            <a:off x="2190750" y="2163763"/>
            <a:ext cx="677863" cy="231775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888969EA-1814-4449-A684-7F7CADDF0489}" type="datetime'''''''''''''''''''''''''''''''''''''''''''''''''''''''28.07'''">
              <a:rPr kumimoji="0" lang="de-DE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28.07</a:t>
            </a:fld>
            <a:endParaRPr kumimoji="0" lang="de-DE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E92.1 CIVIC SOP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3</a:t>
            </a:r>
            <a:endParaRPr kumimoji="0" lang="de-DE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47" name="Content">
            <a:extLst>
              <a:ext uri="{FF2B5EF4-FFF2-40B4-BE49-F238E27FC236}">
                <a16:creationId xmlns:a16="http://schemas.microsoft.com/office/drawing/2014/main" id="{B431E7C4-CDA6-7023-5CCA-EDBA98B1668B}"/>
              </a:ext>
            </a:extLst>
          </p:cNvPr>
          <p:cNvSpPr>
            <a:spLocks noGrp="1"/>
          </p:cNvSpPr>
          <p:nvPr>
            <p:custDataLst>
              <p:tags r:id="rId60"/>
            </p:custDataLst>
          </p:nvPr>
        </p:nvSpPr>
        <p:spPr bwMode="auto">
          <a:xfrm>
            <a:off x="4362450" y="2459038"/>
            <a:ext cx="295275" cy="231775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C09D2516-939E-442E-852A-CD9061AF18FF}" type="datetime'''''''2''''''''''''''''''''''''''''6''''''''''''''''.''''''09'">
              <a:rPr kumimoji="0" lang="de-DE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26.09</a:t>
            </a:fld>
            <a:endParaRPr kumimoji="0" lang="de-DE" alt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P072.xx</a:t>
            </a:r>
            <a:endParaRPr kumimoji="0" lang="de-DE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41" name="Content">
            <a:extLst>
              <a:ext uri="{FF2B5EF4-FFF2-40B4-BE49-F238E27FC236}">
                <a16:creationId xmlns:a16="http://schemas.microsoft.com/office/drawing/2014/main" id="{F4487652-6984-9B1D-673D-E3DAC23785BA}"/>
              </a:ext>
            </a:extLst>
          </p:cNvPr>
          <p:cNvSpPr>
            <a:spLocks noGrp="1"/>
          </p:cNvSpPr>
          <p:nvPr>
            <p:custDataLst>
              <p:tags r:id="rId61"/>
            </p:custDataLst>
          </p:nvPr>
        </p:nvSpPr>
        <p:spPr bwMode="auto">
          <a:xfrm>
            <a:off x="3976688" y="1778000"/>
            <a:ext cx="339725" cy="231775"/>
          </a:xfrm>
          <a:prstGeom prst="rect">
            <a:avLst/>
          </a:prstGeom>
          <a:solidFill>
            <a:srgbClr val="C3CFE1"/>
          </a:solidFill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2025-3.0</a:t>
            </a:r>
          </a:p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15/9</a:t>
            </a:r>
          </a:p>
        </p:txBody>
      </p:sp>
      <p:sp useBgFill="1">
        <p:nvSpPr>
          <p:cNvPr id="25" name="Content">
            <a:extLst>
              <a:ext uri="{FF2B5EF4-FFF2-40B4-BE49-F238E27FC236}">
                <a16:creationId xmlns:a16="http://schemas.microsoft.com/office/drawing/2014/main" id="{36C868BB-CDBB-C20A-41F9-19E7176B625D}"/>
              </a:ext>
            </a:extLst>
          </p:cNvPr>
          <p:cNvSpPr>
            <a:spLocks noGrp="1"/>
          </p:cNvSpPr>
          <p:nvPr>
            <p:custDataLst>
              <p:tags r:id="rId62"/>
            </p:custDataLst>
          </p:nvPr>
        </p:nvSpPr>
        <p:spPr bwMode="auto">
          <a:xfrm>
            <a:off x="3609975" y="2163763"/>
            <a:ext cx="677863" cy="231775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TBD</a:t>
            </a:r>
          </a:p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E93.0 CIVIC SOP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3</a:t>
            </a:r>
            <a:endParaRPr kumimoji="0" lang="de-DE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43" name="Content">
            <a:extLst>
              <a:ext uri="{FF2B5EF4-FFF2-40B4-BE49-F238E27FC236}">
                <a16:creationId xmlns:a16="http://schemas.microsoft.com/office/drawing/2014/main" id="{DBA355A7-7B14-BCFE-F71B-9EC0C7762C3C}"/>
              </a:ext>
            </a:extLst>
          </p:cNvPr>
          <p:cNvSpPr>
            <a:spLocks noGrp="1"/>
          </p:cNvSpPr>
          <p:nvPr>
            <p:custDataLst>
              <p:tags r:id="rId63"/>
            </p:custDataLst>
          </p:nvPr>
        </p:nvSpPr>
        <p:spPr bwMode="auto">
          <a:xfrm>
            <a:off x="9493250" y="1778000"/>
            <a:ext cx="339725" cy="231775"/>
          </a:xfrm>
          <a:prstGeom prst="rect">
            <a:avLst/>
          </a:prstGeom>
          <a:solidFill>
            <a:srgbClr val="C3CFE1"/>
          </a:solidFill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2026-1.0</a:t>
            </a:r>
          </a:p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01/3</a:t>
            </a:r>
          </a:p>
        </p:txBody>
      </p:sp>
      <p:sp>
        <p:nvSpPr>
          <p:cNvPr id="542" name="Content">
            <a:extLst>
              <a:ext uri="{FF2B5EF4-FFF2-40B4-BE49-F238E27FC236}">
                <a16:creationId xmlns:a16="http://schemas.microsoft.com/office/drawing/2014/main" id="{69AAEDFC-2D1E-FE8E-EC8E-7D534FF0D8A9}"/>
              </a:ext>
            </a:extLst>
          </p:cNvPr>
          <p:cNvSpPr>
            <a:spLocks noGrp="1"/>
          </p:cNvSpPr>
          <p:nvPr>
            <p:custDataLst>
              <p:tags r:id="rId64"/>
            </p:custDataLst>
          </p:nvPr>
        </p:nvSpPr>
        <p:spPr bwMode="auto">
          <a:xfrm>
            <a:off x="446089" y="2012950"/>
            <a:ext cx="708025" cy="14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00ADEF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CIVIC SW </a:t>
            </a:r>
            <a:r>
              <a:rPr kumimoji="0" lang="en-US" altLang="zh-CN" sz="900" b="1" i="0" u="none" strike="noStrike" kern="1200" cap="none" spc="0" normalizeH="0" baseline="0" noProof="0">
                <a:ln>
                  <a:noFill/>
                </a:ln>
                <a:solidFill>
                  <a:srgbClr val="00ADEF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SOP</a:t>
            </a:r>
            <a:endParaRPr kumimoji="0" lang="de-DE" sz="900" b="1" i="0" u="none" strike="noStrike" kern="1200" cap="none" spc="0" normalizeH="0" baseline="0" noProof="0">
              <a:ln>
                <a:noFill/>
              </a:ln>
              <a:solidFill>
                <a:srgbClr val="00ADEF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40" name="Content">
            <a:extLst>
              <a:ext uri="{FF2B5EF4-FFF2-40B4-BE49-F238E27FC236}">
                <a16:creationId xmlns:a16="http://schemas.microsoft.com/office/drawing/2014/main" id="{6AD028E6-B79C-B6BF-AC14-9733201952E6}"/>
              </a:ext>
            </a:extLst>
          </p:cNvPr>
          <p:cNvSpPr>
            <a:spLocks noGrp="1"/>
          </p:cNvSpPr>
          <p:nvPr>
            <p:custDataLst>
              <p:tags r:id="rId65"/>
            </p:custDataLst>
          </p:nvPr>
        </p:nvSpPr>
        <p:spPr bwMode="auto">
          <a:xfrm>
            <a:off x="446088" y="1357313"/>
            <a:ext cx="247650" cy="14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HWC</a:t>
            </a:r>
          </a:p>
        </p:txBody>
      </p:sp>
      <p:sp useBgFill="1">
        <p:nvSpPr>
          <p:cNvPr id="539" name="Content">
            <a:extLst>
              <a:ext uri="{FF2B5EF4-FFF2-40B4-BE49-F238E27FC236}">
                <a16:creationId xmlns:a16="http://schemas.microsoft.com/office/drawing/2014/main" id="{96334ACB-0587-3611-32AA-57820BBDEE4E}"/>
              </a:ext>
            </a:extLst>
          </p:cNvPr>
          <p:cNvSpPr>
            <a:spLocks noGrp="1"/>
          </p:cNvSpPr>
          <p:nvPr>
            <p:custDataLst>
              <p:tags r:id="rId66"/>
            </p:custDataLst>
          </p:nvPr>
        </p:nvSpPr>
        <p:spPr bwMode="auto">
          <a:xfrm>
            <a:off x="11161713" y="1495425"/>
            <a:ext cx="566738" cy="131763"/>
          </a:xfrm>
          <a:prstGeom prst="rect">
            <a:avLst/>
          </a:prstGeom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2026-02 R18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51" name="Content">
            <a:extLst>
              <a:ext uri="{FF2B5EF4-FFF2-40B4-BE49-F238E27FC236}">
                <a16:creationId xmlns:a16="http://schemas.microsoft.com/office/drawing/2014/main" id="{82F3CEBA-9B63-BC14-836A-C5C7F2020ED3}"/>
              </a:ext>
            </a:extLst>
          </p:cNvPr>
          <p:cNvSpPr>
            <a:spLocks noGrp="1"/>
          </p:cNvSpPr>
          <p:nvPr>
            <p:custDataLst>
              <p:tags r:id="rId67"/>
            </p:custDataLst>
          </p:nvPr>
        </p:nvSpPr>
        <p:spPr bwMode="auto">
          <a:xfrm>
            <a:off x="5738813" y="2311400"/>
            <a:ext cx="647700" cy="231775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B1107F9A-587A-4CED-8F62-FFB409EC6A28}" type="datetime'''1''''''''''''''''2.''''''''''''''''''1''''''''1'''''''">
              <a:rPr kumimoji="0" lang="de-DE" altLang="en-US" sz="7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12.11</a:t>
            </a:fld>
            <a:endParaRPr kumimoji="0" lang="de-DE" altLang="en-US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sz="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E240.1 FUP1 P#5</a:t>
            </a:r>
          </a:p>
        </p:txBody>
      </p:sp>
      <p:sp>
        <p:nvSpPr>
          <p:cNvPr id="538" name="Content">
            <a:extLst>
              <a:ext uri="{FF2B5EF4-FFF2-40B4-BE49-F238E27FC236}">
                <a16:creationId xmlns:a16="http://schemas.microsoft.com/office/drawing/2014/main" id="{C3BC98E5-0B78-68D7-F572-43917C2C68E0}"/>
              </a:ext>
            </a:extLst>
          </p:cNvPr>
          <p:cNvSpPr>
            <a:spLocks noGrp="1"/>
          </p:cNvSpPr>
          <p:nvPr>
            <p:custDataLst>
              <p:tags r:id="rId68"/>
            </p:custDataLst>
          </p:nvPr>
        </p:nvSpPr>
        <p:spPr bwMode="auto">
          <a:xfrm>
            <a:off x="9378950" y="1363663"/>
            <a:ext cx="566738" cy="131763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de-DE" alt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2026-01 R17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sp>
        <p:nvSpPr>
          <p:cNvPr id="55" name="Content">
            <a:extLst>
              <a:ext uri="{FF2B5EF4-FFF2-40B4-BE49-F238E27FC236}">
                <a16:creationId xmlns:a16="http://schemas.microsoft.com/office/drawing/2014/main" id="{E672D2F8-628A-588D-BFF4-0200A52AEE9C}"/>
              </a:ext>
            </a:extLst>
          </p:cNvPr>
          <p:cNvSpPr>
            <a:spLocks noGrp="1"/>
          </p:cNvSpPr>
          <p:nvPr>
            <p:custDataLst>
              <p:tags r:id="rId69"/>
            </p:custDataLst>
          </p:nvPr>
        </p:nvSpPr>
        <p:spPr bwMode="auto">
          <a:xfrm>
            <a:off x="7761288" y="2459038"/>
            <a:ext cx="301625" cy="231775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+mj-lt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1952" indent="-34195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9924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8000" indent="-197972" algn="l" defTabSz="914271" rtl="0" eaLnBrk="1" latinLnBrk="0" hangingPunct="1">
              <a:lnSpc>
                <a:spcPct val="108000"/>
              </a:lnSpc>
              <a:spcBef>
                <a:spcPts val="0"/>
              </a:spcBef>
              <a:spcAft>
                <a:spcPts val="1008"/>
              </a:spcAft>
              <a:buFont typeface="Symbol" panose="05050102010706020507" pitchFamily="18" charset="2"/>
              <a:buChar char="-"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fld id="{8A40ED00-B3A7-4E57-B1A7-EE216A29999E}" type="datetime'''''''07''''''''''''''.''''''''0''''''''''''''''''''1'''''">
              <a:rPr kumimoji="0" lang="en-US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pPr marL="0" marR="0" lvl="0" indent="0" algn="ctr" defTabSz="914271" rtl="0" eaLnBrk="1" fontAlgn="auto" latinLnBrk="0" hangingPunct="1">
                <a:lnSpc>
                  <a:spcPct val="108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+mj-lt"/>
                <a:buNone/>
                <a:tabLst/>
                <a:defRPr/>
              </a:pPr>
              <a:t>07.01</a:t>
            </a:fld>
            <a:endParaRPr kumimoji="0" lang="de-DE" alt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  <a:p>
            <a:pPr marL="0" marR="0" lvl="0" indent="0" algn="ctr" defTabSz="914271" rtl="0" eaLnBrk="1" fontAlgn="auto" latinLnBrk="0" hangingPunct="1">
              <a:lnSpc>
                <a:spcPct val="108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B Corpo S Text Office Light"/>
                <a:ea typeface="+mn-ea"/>
                <a:cs typeface="+mn-cs"/>
              </a:rPr>
              <a:t>P084.8x</a:t>
            </a:r>
            <a:endParaRPr kumimoji="0" lang="de-DE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B Corpo S Text Office Light"/>
              <a:ea typeface="+mn-ea"/>
              <a:cs typeface="+mn-cs"/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69F0116-26E8-D584-1E34-78C7DF6BC8B3}"/>
              </a:ext>
            </a:extLst>
          </p:cNvPr>
          <p:cNvCxnSpPr/>
          <p:nvPr>
            <p:custDataLst>
              <p:tags r:id="rId70"/>
            </p:custDataLst>
          </p:nvPr>
        </p:nvCxnSpPr>
        <p:spPr bwMode="auto">
          <a:xfrm flipV="1">
            <a:off x="4510087" y="1698624"/>
            <a:ext cx="2179638" cy="6810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F5B3BE9-69AC-EDE9-B4F4-40064D944BDD}"/>
              </a:ext>
            </a:extLst>
          </p:cNvPr>
          <p:cNvCxnSpPr/>
          <p:nvPr>
            <p:custDataLst>
              <p:tags r:id="rId71"/>
            </p:custDataLst>
          </p:nvPr>
        </p:nvCxnSpPr>
        <p:spPr bwMode="auto">
          <a:xfrm flipV="1">
            <a:off x="6062663" y="1944688"/>
            <a:ext cx="1944688" cy="2873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9146447-662E-4007-C677-884B74B8C43E}"/>
              </a:ext>
            </a:extLst>
          </p:cNvPr>
          <p:cNvCxnSpPr/>
          <p:nvPr>
            <p:custDataLst>
              <p:tags r:id="rId72"/>
            </p:custDataLst>
          </p:nvPr>
        </p:nvCxnSpPr>
        <p:spPr bwMode="auto">
          <a:xfrm flipV="1">
            <a:off x="8347075" y="1698625"/>
            <a:ext cx="1316038" cy="1952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1558B23-803A-DD3D-5F05-7AD759C30807}"/>
              </a:ext>
            </a:extLst>
          </p:cNvPr>
          <p:cNvCxnSpPr/>
          <p:nvPr>
            <p:custDataLst>
              <p:tags r:id="rId73"/>
            </p:custDataLst>
          </p:nvPr>
        </p:nvCxnSpPr>
        <p:spPr bwMode="auto">
          <a:xfrm flipV="1">
            <a:off x="3948114" y="1874838"/>
            <a:ext cx="1489075" cy="20955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C7A085C-287C-DDB8-7B00-7849301A945E}"/>
              </a:ext>
            </a:extLst>
          </p:cNvPr>
          <p:cNvCxnSpPr/>
          <p:nvPr>
            <p:custDataLst>
              <p:tags r:id="rId74"/>
            </p:custDataLst>
          </p:nvPr>
        </p:nvCxnSpPr>
        <p:spPr bwMode="auto">
          <a:xfrm flipV="1">
            <a:off x="5630864" y="1698625"/>
            <a:ext cx="1058863" cy="14922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C5D1985-46D3-9A2F-0ACC-B8B8CE90C1D1}"/>
              </a:ext>
            </a:extLst>
          </p:cNvPr>
          <p:cNvCxnSpPr/>
          <p:nvPr>
            <p:custDataLst>
              <p:tags r:id="rId75"/>
            </p:custDataLst>
          </p:nvPr>
        </p:nvCxnSpPr>
        <p:spPr bwMode="auto">
          <a:xfrm flipV="1">
            <a:off x="7912100" y="1698624"/>
            <a:ext cx="1751013" cy="6810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698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74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3.30048999999999992383E+00&quot;&gt;&lt;m_msothmcolidx val=&quot;0&quot;/&gt;&lt;m_rgb r=&quot;1F&quot; g=&quot;C5&quot; b=&quot;48&quot;/&gt;&lt;/elem&gt;&lt;elem m_fUsage=&quot;1.98428215145804687225E+00&quot;&gt;&lt;m_msothmcolidx val=&quot;0&quot;/&gt;&lt;m_rgb r=&quot;FF&quot; g=&quot;C0&quot; b=&quot;00&quot;/&gt;&lt;/elem&gt;&lt;elem m_fUsage=&quot;7.29000000000000092371E-01&quot;&gt;&lt;m_msothmcolidx val=&quot;0&quot;/&gt;&lt;m_rgb r=&quot;36&quot; g=&quot;BE&quot; b=&quot;58&quot;/&gt;&lt;/elem&gt;&lt;elem m_fUsage=&quot;6.64869596766855974757E-01&quot;&gt;&lt;m_msothmcolidx val=&quot;0&quot;/&gt;&lt;m_rgb r=&quot;78&quot; g=&quot;B1&quot; b=&quot;40&quot;/&gt;&lt;/elem&gt;&lt;elem m_fUsage=&quot;6.56100000000000127542E-01&quot;&gt;&lt;m_msothmcolidx val=&quot;0&quot;/&gt;&lt;m_rgb r=&quot;65&quot; g=&quot;B1&quot; b=&quot;78&quot;/&gt;&lt;/elem&gt;&lt;elem m_fUsage=&quot;6.17649369255295677128E-01&quot;&gt;&lt;m_msothmcolidx val=&quot;0&quot;/&gt;&lt;m_rgb r=&quot;7B&quot; g=&quot;B5&quot; b=&quot;37&quot;/&gt;&lt;/elem&gt;&lt;elem m_fUsage=&quot;5.31441000000000163261E-01&quot;&gt;&lt;m_msothmcolidx val=&quot;0&quot;/&gt;&lt;m_rgb r=&quot;FD&quot; g=&quot;16&quot; b=&quot;19&quot;/&gt;&lt;/elem&gt;&lt;elem m_fUsage=&quot;4.39531371209562371494E-01&quot;&gt;&lt;m_msothmcolidx val=&quot;0&quot;/&gt;&lt;m_rgb r=&quot;FF&quot; g=&quot;FF&quot; b=&quot;00&quot;/&gt;&lt;/elem&gt;&lt;elem m_fUsage=&quot;3.51721692822170528547E-01&quot;&gt;&lt;m_msothmcolidx val=&quot;0&quot;/&gt;&lt;m_rgb r=&quot;47&quot; g=&quot;8F&quot; b=&quot;E8&quot;/&gt;&lt;/elem&gt;&lt;elem m_fUsage=&quot;2.82429536481000165171E-01&quot;&gt;&lt;m_msothmcolidx val=&quot;0&quot;/&gt;&lt;m_rgb r=&quot;BC&quot; g=&quot;2C&quot; b=&quot;2C&quot;/&gt;&lt;/elem&gt;&lt;elem m_fUsage=&quot;2.54186582832900132001E-01&quot;&gt;&lt;m_msothmcolidx val=&quot;0&quot;/&gt;&lt;m_rgb r=&quot;22&quot; g=&quot;47&quot; b=&quot;F8&quot;/&gt;&lt;/elem&gt;&lt;elem m_fUsage=&quot;1.87641643704537008919E-01&quot;&gt;&lt;m_msothmcolidx val=&quot;0&quot;/&gt;&lt;m_rgb r=&quot;00&quot; g=&quot;91&quot; b=&quot;CC&quot;/&gt;&lt;/elem&gt;&lt;elem m_fUsage=&quot;5.66392486771904123642E-04&quot;&gt;&lt;m_msothmcolidx val=&quot;0&quot;/&gt;&lt;m_rgb r=&quot;E1&quot; g=&quot;FE&quot; b=&quot;C8&quot;/&gt;&lt;/elem&gt;&lt;elem m_fUsage=&quot;8.65500822314792245390E-05&quot;&gt;&lt;m_msothmcolidx val=&quot;0&quot;/&gt;&lt;m_rgb r=&quot;F3&quot; g=&quot;E5&quot; b=&quot;13&quot;/&gt;&lt;/elem&gt;&lt;elem m_fUsage=&quot;1.25732415849683647308E-06&quot;&gt;&lt;m_msothmcolidx val=&quot;0&quot;/&gt;&lt;m_rgb r=&quot;8E&quot; g=&quot;1D&quot; b=&quot;29&quot;/&gt;&lt;/elem&gt;&lt;elem m_fUsage=&quot;6.64873118457862050110E-07&quot;&gt;&lt;m_msothmcolidx val=&quot;0&quot;/&gt;&lt;m_rgb r=&quot;F0&quot; g=&quot;FE&quot; b=&quot;B0&quot;/&gt;&lt;/elem&gt;&lt;elem m_fUsage=&quot;5.98385806612075887450E-07&quot;&gt;&lt;m_msothmcolidx val=&quot;0&quot;/&gt;&lt;m_rgb r=&quot;DA&quot; g=&quot;FE&quot; b=&quot;6C&quot;/&gt;&lt;/elem&gt;&lt;elem m_fUsage=&quot;2.93190429196544374962E-07&quot;&gt;&lt;m_msothmcolidx val=&quot;0&quot;/&gt;&lt;m_rgb r=&quot;00&quot; g=&quot;80&quot; b=&quot;00&quot;/&gt;&lt;/elem&gt;&lt;elem m_fUsage=&quot;1.87779806664731011426E-07&quot;&gt;&lt;m_msothmcolidx val=&quot;0&quot;/&gt;&lt;m_rgb r=&quot;77&quot; g=&quot;AD&quot; b=&quot;47&quot;/&gt;&lt;/elem&gt;&lt;elem m_fUsage=&quot;1.69001825998257915578E-07&quot;&gt;&lt;m_msothmcolidx val=&quot;0&quot;/&gt;&lt;m_rgb r=&quot;6F&quot; g=&quot;B2&quot; b=&quot;3E&quot;/&gt;&lt;/elem&gt;&lt;elem m_fUsage=&quot;1.52101643398432118726E-07&quot;&gt;&lt;m_msothmcolidx val=&quot;0&quot;/&gt;&lt;m_rgb r=&quot;43&quot; g=&quot;BF&quot; b=&quot;21&quot;/&gt;&lt;/elem&gt;&lt;elem m_fUsage=&quot;1.36891479058588920088E-07&quot;&gt;&lt;m_msothmcolidx val=&quot;0&quot;/&gt;&lt;m_rgb r=&quot;63&quot; g=&quot;B6&quot; b=&quot;35&quot;/&gt;&lt;/elem&gt;&lt;elem m_fUsage=&quot;1.14374339331393303801E-07&quot;&gt;&lt;m_msothmcolidx val=&quot;0&quot;/&gt;&lt;m_rgb r=&quot;F1&quot; g=&quot;0E&quot; b=&quot;D5&quot;/&gt;&lt;/elem&gt;&lt;elem m_fUsage=&quot;9.97938882337113232207E-08&quot;&gt;&lt;m_msothmcolidx val=&quot;0&quot;/&gt;&lt;m_rgb r=&quot;F4&quot; g=&quot;47&quot; b=&quot;64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KvAk.6gM7Oes0_3_R579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73iD4UQouex0g3cvo64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KvAk.6gM7Oes0_3_R579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KvAk.6gM7Oes0_3_R579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3MCUx.OMuSi8wmoav6iE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_fiAA0_DXFd0xWHCso39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v__nPGEoux4s2FUHLzjX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_de01gzTYsVPGn5cSiA5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ovVYhg2jXtxx_p0wgqFq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1xHcJB5Ue2KbIE97MUf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jesqqZMuHcPErP_M1JtH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Ck1fTMotygSqp19YjEP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aNjrjDm6BbKxXY.b26r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QqQ18mYRtXPgmE5Bkg9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OdpKkKcR_6djxIo6oRr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9hnDp5IgI1P4v2.C.ORl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ZxvwBUdjaxJYmWbBeEFC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lRzHjnWHkN6EAjyqet6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MAWC4ySxhe257Sjy3D3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MLsLodOBSsnWzuZBgo2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EJ5B5HjVAQN2_IXxAd6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iBvFeBpoTQTPBh9PPck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gKGr_ZR3a8WBpX8Jd4I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8EGX0YugZsTxb2Hhwbj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WAjmyu4HQ36xhFm4aeUz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B_jsry.dFLbCCtMeaPS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smwLRflMVS_ICKEaWuKT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.Lmz3irLTOjBMLar74y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C2dYV3X2y1nwEw3Pkax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n7bnzL5c2o74If9BPzb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l_LSPT6MDwyBSDV.2ZU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UzSQ0uLb6ffPQa6FPJd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PU5PW_F1Bbz64QpPPmvK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qVF.7MC6UJBfQ3IUkCq_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BJTO7AIXirZISu8D1S9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dOEbktNQZPmyjpPCCta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76FPzhSbmNmNWIoWO5qi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w0PlVQzfuS9sVW5.APAB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woCxVHzcoWMm83qMLldm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VRc.3QS56GNbfAyTLVL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z5TggZCrqaRY9c.w3.Ss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zbtOGCoFVZMspy.czbK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U4_CkFl3_aLPz2zHjM5P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QdA88iSSOQaCNVYznaO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VGG056x7GfPz9SG9WlP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6xhSlG9r7GyU_GUYFAL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xR5gGm_muXy5_n7tLID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5FT8J59lR.GHc7fc3dQG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9aaOR9Lbz_AyHW2.Sgd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AJGdV5maItuVYvAmIJ4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2H2Qlrg7fWI8aLfaqHZ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inWtNto4Dm6pM9WHymM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GhZeAswY6gguEoaq_D7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nmBIxFKMUwTqPLLSNcY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dIcwyGKGAi7y.7uBcaqD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y60V_EZeD2chOqNbV1G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.Fb3kTf9jvuBS4HnwBXO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xN4yymSfqvuWekNytK.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jZ4WyCu2lmu2hE6VriI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RDEO3aVwn3XLUERvtAz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vvEZmMLu.KgliCCiUSe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s4i5PrRYoGP5Apx_1hl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1uQYZ3yrBLSwBSu3Avr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0cyiWKHdy_Qoy98fjIu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fqfZOWsyqG4xpn.VHxN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ZjAhaZDWTZYnsFiOOop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HzWMFX3necEiyJVEV7Z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NF0rHsCutM11R7fk27f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w3xRrN.bzzwgGuIStTgv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TxPFGpIWDHV23rXhMNM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cKpza9q_xRe4LSs9DD0C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CGiEfLMKTSJvWH54PFG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5DMvPCYkQ_QaQrINFy.d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IDXH43d_xywGjFwnzpa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g5_6M1dcZvFi4G1W6a8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p97EpVky0V823u9tHSvY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ujzfC20gNjiDnqKyfX3E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lG.P0cv4n1J4KHW3hrwA"/>
</p:tagLst>
</file>

<file path=ppt/theme/theme1.xml><?xml version="1.0" encoding="utf-8"?>
<a:theme xmlns:a="http://schemas.openxmlformats.org/drawingml/2006/main" name="4_2015_MB_PKW_Präsentation_DE_16_9">
  <a:themeElements>
    <a:clrScheme name="Mercedes-Benz">
      <a:dk1>
        <a:sysClr val="windowText" lastClr="000000"/>
      </a:dk1>
      <a:lt1>
        <a:sysClr val="window" lastClr="FFFFFF"/>
      </a:lt1>
      <a:dk2>
        <a:srgbClr val="EAEAEA"/>
      </a:dk2>
      <a:lt2>
        <a:srgbClr val="B6BBC1"/>
      </a:lt2>
      <a:accent1>
        <a:srgbClr val="B6BBC1"/>
      </a:accent1>
      <a:accent2>
        <a:srgbClr val="00ADEF"/>
      </a:accent2>
      <a:accent3>
        <a:srgbClr val="0082E6"/>
      </a:accent3>
      <a:accent4>
        <a:srgbClr val="003366"/>
      </a:accent4>
      <a:accent5>
        <a:srgbClr val="333333"/>
      </a:accent5>
      <a:accent6>
        <a:srgbClr val="9F0002"/>
      </a:accent6>
      <a:hlink>
        <a:srgbClr val="0082E6"/>
      </a:hlink>
      <a:folHlink>
        <a:srgbClr val="999999"/>
      </a:folHlink>
    </a:clrScheme>
    <a:fontScheme name="Mercedes-Benz">
      <a:majorFont>
        <a:latin typeface="CorpoA"/>
        <a:ea typeface=""/>
        <a:cs typeface=""/>
      </a:majorFont>
      <a:minorFont>
        <a:latin typeface="CorpoS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72000" tIns="72000" rIns="72000" bIns="72000" rtlCol="0" anchor="t" anchorCtr="0"/>
      <a:lstStyle>
        <a:defPPr algn="l">
          <a:lnSpc>
            <a:spcPct val="108000"/>
          </a:lnSpc>
          <a:spcAft>
            <a:spcPts val="1008"/>
          </a:spcAft>
          <a:defRPr sz="2000" dirty="0" err="1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noAutofit/>
      </a:bodyPr>
      <a:lstStyle>
        <a:defPPr>
          <a:lnSpc>
            <a:spcPct val="108000"/>
          </a:lnSpc>
          <a:spcAft>
            <a:spcPts val="1008"/>
          </a:spcAft>
          <a:defRPr sz="20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16x9_Mercedes-Benz_14.potx" id="{D22AD8CC-8234-43D3-A9B2-9D2B3F5D8FCB}" vid="{52091FBA-8476-4CA9-86C8-0E16EBAA7777}"/>
    </a:ext>
  </a:extLst>
</a:theme>
</file>

<file path=ppt/theme/theme2.xml><?xml version="1.0" encoding="utf-8"?>
<a:theme xmlns:a="http://schemas.openxmlformats.org/drawingml/2006/main" name="22_2015_MB_PKW_Präsentation_DE_16_9">
  <a:themeElements>
    <a:clrScheme name="Mercedes-Benz">
      <a:dk1>
        <a:sysClr val="windowText" lastClr="000000"/>
      </a:dk1>
      <a:lt1>
        <a:sysClr val="window" lastClr="FFFFFF"/>
      </a:lt1>
      <a:dk2>
        <a:srgbClr val="EAEAEA"/>
      </a:dk2>
      <a:lt2>
        <a:srgbClr val="B6BBC1"/>
      </a:lt2>
      <a:accent1>
        <a:srgbClr val="B6BBC1"/>
      </a:accent1>
      <a:accent2>
        <a:srgbClr val="00ADEF"/>
      </a:accent2>
      <a:accent3>
        <a:srgbClr val="0082E6"/>
      </a:accent3>
      <a:accent4>
        <a:srgbClr val="003366"/>
      </a:accent4>
      <a:accent5>
        <a:srgbClr val="333333"/>
      </a:accent5>
      <a:accent6>
        <a:srgbClr val="9F0002"/>
      </a:accent6>
      <a:hlink>
        <a:srgbClr val="0082E6"/>
      </a:hlink>
      <a:folHlink>
        <a:srgbClr val="999999"/>
      </a:folHlink>
    </a:clrScheme>
    <a:fontScheme name="Mercedes-Benz">
      <a:majorFont>
        <a:latin typeface="CorpoA"/>
        <a:ea typeface=""/>
        <a:cs typeface=""/>
      </a:majorFont>
      <a:minorFont>
        <a:latin typeface="CorpoS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72000" tIns="72000" rIns="72000" bIns="72000" rtlCol="0" anchor="t" anchorCtr="0"/>
      <a:lstStyle>
        <a:defPPr algn="l">
          <a:lnSpc>
            <a:spcPct val="108000"/>
          </a:lnSpc>
          <a:spcAft>
            <a:spcPts val="1008"/>
          </a:spcAft>
          <a:defRPr sz="2000" dirty="0" err="1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noAutofit/>
      </a:bodyPr>
      <a:lstStyle>
        <a:defPPr>
          <a:lnSpc>
            <a:spcPct val="108000"/>
          </a:lnSpc>
          <a:spcAft>
            <a:spcPts val="1008"/>
          </a:spcAft>
          <a:defRPr sz="20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16x9_Mercedes-Benz_14.potx" id="{D22AD8CC-8234-43D3-A9B2-9D2B3F5D8FCB}" vid="{52091FBA-8476-4CA9-86C8-0E16EBAA7777}"/>
    </a:ext>
  </a:extLst>
</a:theme>
</file>

<file path=ppt/theme/theme3.xml><?xml version="1.0" encoding="utf-8"?>
<a:theme xmlns:a="http://schemas.openxmlformats.org/drawingml/2006/main" name="16_2015_MB_PKW_Präsentation_DE_16_9">
  <a:themeElements>
    <a:clrScheme name="Mercedes-Benz">
      <a:dk1>
        <a:sysClr val="windowText" lastClr="000000"/>
      </a:dk1>
      <a:lt1>
        <a:sysClr val="window" lastClr="FFFFFF"/>
      </a:lt1>
      <a:dk2>
        <a:srgbClr val="EAEAEA"/>
      </a:dk2>
      <a:lt2>
        <a:srgbClr val="B6BBC1"/>
      </a:lt2>
      <a:accent1>
        <a:srgbClr val="B6BBC1"/>
      </a:accent1>
      <a:accent2>
        <a:srgbClr val="00ADEF"/>
      </a:accent2>
      <a:accent3>
        <a:srgbClr val="0082E6"/>
      </a:accent3>
      <a:accent4>
        <a:srgbClr val="003366"/>
      </a:accent4>
      <a:accent5>
        <a:srgbClr val="333333"/>
      </a:accent5>
      <a:accent6>
        <a:srgbClr val="9F0002"/>
      </a:accent6>
      <a:hlink>
        <a:srgbClr val="0082E6"/>
      </a:hlink>
      <a:folHlink>
        <a:srgbClr val="999999"/>
      </a:folHlink>
    </a:clrScheme>
    <a:fontScheme name="Mercedes-Benz">
      <a:majorFont>
        <a:latin typeface="CorpoA"/>
        <a:ea typeface=""/>
        <a:cs typeface=""/>
      </a:majorFont>
      <a:minorFont>
        <a:latin typeface="CorpoS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72000" tIns="72000" rIns="72000" bIns="72000" rtlCol="0" anchor="t" anchorCtr="0"/>
      <a:lstStyle>
        <a:defPPr algn="l">
          <a:lnSpc>
            <a:spcPct val="108000"/>
          </a:lnSpc>
          <a:spcAft>
            <a:spcPts val="1008"/>
          </a:spcAft>
          <a:defRPr sz="2000" dirty="0" err="1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noAutofit/>
      </a:bodyPr>
      <a:lstStyle>
        <a:defPPr>
          <a:lnSpc>
            <a:spcPct val="108000"/>
          </a:lnSpc>
          <a:spcAft>
            <a:spcPts val="1008"/>
          </a:spcAft>
          <a:defRPr sz="20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16x9_Mercedes-Benz_14.potx" id="{D22AD8CC-8234-43D3-A9B2-9D2B3F5D8FCB}" vid="{52091FBA-8476-4CA9-86C8-0E16EBAA7777}"/>
    </a:ext>
  </a:extLst>
</a:theme>
</file>

<file path=ppt/theme/theme4.xml><?xml version="1.0" encoding="utf-8"?>
<a:theme xmlns:a="http://schemas.openxmlformats.org/drawingml/2006/main" name="2_Mercedes-Benz white">
  <a:themeElements>
    <a:clrScheme name="Mercedes-Benz white">
      <a:dk1>
        <a:sysClr val="windowText" lastClr="000000"/>
      </a:dk1>
      <a:lt1>
        <a:sysClr val="window" lastClr="FFFFFF"/>
      </a:lt1>
      <a:dk2>
        <a:srgbClr val="EAEAEA"/>
      </a:dk2>
      <a:lt2>
        <a:srgbClr val="B6BBC1"/>
      </a:lt2>
      <a:accent1>
        <a:srgbClr val="9E9E9E"/>
      </a:accent1>
      <a:accent2>
        <a:srgbClr val="E6E6E6"/>
      </a:accent2>
      <a:accent3>
        <a:srgbClr val="C8C8C8"/>
      </a:accent3>
      <a:accent4>
        <a:srgbClr val="707070"/>
      </a:accent4>
      <a:accent5>
        <a:srgbClr val="444444"/>
      </a:accent5>
      <a:accent6>
        <a:srgbClr val="00ADEF"/>
      </a:accent6>
      <a:hlink>
        <a:srgbClr val="000000"/>
      </a:hlink>
      <a:folHlink>
        <a:srgbClr val="000000"/>
      </a:folHlink>
    </a:clrScheme>
    <a:fontScheme name="Mercedes-Benz Corpo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lIns="90000" rtlCol="0" anchor="ctr">
        <a:noAutofit/>
      </a:bodyPr>
      <a:lstStyle>
        <a:defPPr algn="l">
          <a:defRPr sz="1600" dirty="0" err="1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600" dirty="0" err="1" smtClean="0"/>
        </a:defPPr>
      </a:lstStyle>
    </a:txDef>
  </a:objectDefaults>
  <a:extraClrSchemeLst/>
  <a:custClrLst>
    <a:custClr name="Light Grey 100%">
      <a:srgbClr val="E6E6E6"/>
    </a:custClr>
    <a:custClr name="Light Grey +20 K">
      <a:srgbClr val="C8C8C8"/>
    </a:custClr>
    <a:custClr name="Light Grey +40 K">
      <a:srgbClr val="9E9E9E"/>
    </a:custClr>
    <a:custClr name="Light Grey +60 K">
      <a:srgbClr val="707070"/>
    </a:custClr>
    <a:custClr name="Light Grey +80 K">
      <a:srgbClr val="44444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ure Blue 100%">
      <a:srgbClr val="00ADEF"/>
    </a:custClr>
    <a:custClr name="Pure Blue +">
      <a:srgbClr val="0082E6"/>
    </a:custClr>
    <a:custClr name="Pure Blue ++">
      <a:srgbClr val="00336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ed">
      <a:srgbClr val="9F000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2022_BoM MBG MBAG_Powerpoint Template EN.pptx" id="{7D2D0D29-2A41-4AFB-9B62-F103D2EFCD20}" vid="{F6933F5D-EB1B-4062-BB06-02390483CD27}"/>
    </a:ext>
  </a:extLst>
</a:theme>
</file>

<file path=ppt/theme/theme5.xml><?xml version="1.0" encoding="utf-8"?>
<a:theme xmlns:a="http://schemas.openxmlformats.org/drawingml/2006/main" name="5_Mercedes-Benz white">
  <a:themeElements>
    <a:clrScheme name="Mercedes-Benz white">
      <a:dk1>
        <a:sysClr val="windowText" lastClr="000000"/>
      </a:dk1>
      <a:lt1>
        <a:sysClr val="window" lastClr="FFFFFF"/>
      </a:lt1>
      <a:dk2>
        <a:srgbClr val="EAEAEA"/>
      </a:dk2>
      <a:lt2>
        <a:srgbClr val="B6BBC1"/>
      </a:lt2>
      <a:accent1>
        <a:srgbClr val="9E9E9E"/>
      </a:accent1>
      <a:accent2>
        <a:srgbClr val="E6E6E6"/>
      </a:accent2>
      <a:accent3>
        <a:srgbClr val="C8C8C8"/>
      </a:accent3>
      <a:accent4>
        <a:srgbClr val="707070"/>
      </a:accent4>
      <a:accent5>
        <a:srgbClr val="444444"/>
      </a:accent5>
      <a:accent6>
        <a:srgbClr val="00ADEF"/>
      </a:accent6>
      <a:hlink>
        <a:srgbClr val="000000"/>
      </a:hlink>
      <a:folHlink>
        <a:srgbClr val="000000"/>
      </a:folHlink>
    </a:clrScheme>
    <a:fontScheme name="Mercedes-Benz Corpo">
      <a:majorFont>
        <a:latin typeface="MB Corpo A Title Cond Office"/>
        <a:ea typeface=""/>
        <a:cs typeface=""/>
      </a:majorFont>
      <a:minorFont>
        <a:latin typeface="MB Corpo S Text Office Ligh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lIns="90000" rtlCol="0" anchor="ctr">
        <a:noAutofit/>
      </a:bodyPr>
      <a:lstStyle>
        <a:defPPr algn="l">
          <a:defRPr sz="1600" dirty="0" err="1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600" dirty="0" err="1" smtClean="0"/>
        </a:defPPr>
      </a:lstStyle>
    </a:txDef>
  </a:objectDefaults>
  <a:extraClrSchemeLst/>
  <a:custClrLst>
    <a:custClr name="Light Grey 100%">
      <a:srgbClr val="E6E6E6"/>
    </a:custClr>
    <a:custClr name="Light Grey +20 K">
      <a:srgbClr val="C8C8C8"/>
    </a:custClr>
    <a:custClr name="Light Grey +40 K">
      <a:srgbClr val="9E9E9E"/>
    </a:custClr>
    <a:custClr name="Light Grey +60 K">
      <a:srgbClr val="707070"/>
    </a:custClr>
    <a:custClr name="Light Grey +80 K">
      <a:srgbClr val="444444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Pure Blue 100%">
      <a:srgbClr val="00ADEF"/>
    </a:custClr>
    <a:custClr name="Pure Blue +">
      <a:srgbClr val="0082E6"/>
    </a:custClr>
    <a:custClr name="Pure Blue ++">
      <a:srgbClr val="003366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Red">
      <a:srgbClr val="9F0002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0X_Titel_des_TOP_V0Y [Gremienvorlage_RD_de_en_Stand_04-22].pptm" id="{2EE98F48-B416-4BBA-AE05-53FFDCB33ECD}" vid="{21C1121B-8FEC-4A27-AD34-6952A760E6F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</Words>
  <Application>Microsoft Office PowerPoint</Application>
  <PresentationFormat>Widescreen</PresentationFormat>
  <Paragraphs>82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6" baseType="lpstr">
      <vt:lpstr>等线</vt:lpstr>
      <vt:lpstr>Arial</vt:lpstr>
      <vt:lpstr>Calibri</vt:lpstr>
      <vt:lpstr>CorpoA</vt:lpstr>
      <vt:lpstr>CorpoS</vt:lpstr>
      <vt:lpstr>MB Corpo A Title Cond Office</vt:lpstr>
      <vt:lpstr>MB Corpo S Text Office</vt:lpstr>
      <vt:lpstr>MB Corpo S Text Office Light</vt:lpstr>
      <vt:lpstr>Symbol</vt:lpstr>
      <vt:lpstr>4_2015_MB_PKW_Präsentation_DE_16_9</vt:lpstr>
      <vt:lpstr>22_2015_MB_PKW_Präsentation_DE_16_9</vt:lpstr>
      <vt:lpstr>16_2015_MB_PKW_Präsentation_DE_16_9</vt:lpstr>
      <vt:lpstr>2_Mercedes-Benz white</vt:lpstr>
      <vt:lpstr>5_Mercedes-Benz white</vt:lpstr>
      <vt:lpstr>think-cell Slide</vt:lpstr>
      <vt:lpstr>IDC/Civic MPA OTA Rollout Overview</vt:lpstr>
    </vt:vector>
  </TitlesOfParts>
  <Company>Daimler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Gen20x</dc:title>
  <dc:creator>Li, Jingjing J. (133)</dc:creator>
  <cp:lastModifiedBy>Fang, Xianpeng (880)</cp:lastModifiedBy>
  <cp:revision>3</cp:revision>
  <cp:lastPrinted>2022-08-22T06:42:40Z</cp:lastPrinted>
  <dcterms:created xsi:type="dcterms:W3CDTF">2019-12-27T09:41:17Z</dcterms:created>
  <dcterms:modified xsi:type="dcterms:W3CDTF">2025-08-21T08:06:33Z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4dbb1d-991d-4bbd-aad5-33bac1d8ffaf_Enabled">
    <vt:lpwstr>true</vt:lpwstr>
  </property>
  <property fmtid="{D5CDD505-2E9C-101B-9397-08002B2CF9AE}" pid="3" name="MSIP_Label_924dbb1d-991d-4bbd-aad5-33bac1d8ffaf_SetDate">
    <vt:lpwstr>2023-08-28T09:38:52Z</vt:lpwstr>
  </property>
  <property fmtid="{D5CDD505-2E9C-101B-9397-08002B2CF9AE}" pid="4" name="MSIP_Label_924dbb1d-991d-4bbd-aad5-33bac1d8ffaf_Method">
    <vt:lpwstr>Standard</vt:lpwstr>
  </property>
  <property fmtid="{D5CDD505-2E9C-101B-9397-08002B2CF9AE}" pid="5" name="MSIP_Label_924dbb1d-991d-4bbd-aad5-33bac1d8ffaf_Name">
    <vt:lpwstr>924dbb1d-991d-4bbd-aad5-33bac1d8ffaf</vt:lpwstr>
  </property>
  <property fmtid="{D5CDD505-2E9C-101B-9397-08002B2CF9AE}" pid="6" name="MSIP_Label_924dbb1d-991d-4bbd-aad5-33bac1d8ffaf_SiteId">
    <vt:lpwstr>9652d7c2-1ccf-4940-8151-4a92bd474ed0</vt:lpwstr>
  </property>
  <property fmtid="{D5CDD505-2E9C-101B-9397-08002B2CF9AE}" pid="7" name="MSIP_Label_924dbb1d-991d-4bbd-aad5-33bac1d8ffaf_ActionId">
    <vt:lpwstr>6bfabea6-0512-4f24-a09c-aebdaa447ab2</vt:lpwstr>
  </property>
  <property fmtid="{D5CDD505-2E9C-101B-9397-08002B2CF9AE}" pid="8" name="MSIP_Label_924dbb1d-991d-4bbd-aad5-33bac1d8ffaf_ContentBits">
    <vt:lpwstr>0</vt:lpwstr>
  </property>
</Properties>
</file>